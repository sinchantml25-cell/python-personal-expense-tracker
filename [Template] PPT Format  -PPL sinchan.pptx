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6" r:id="rId2"/>
    <p:sldId id="258" r:id="rId3"/>
    <p:sldId id="260" r:id="rId4"/>
    <p:sldId id="261" r:id="rId5"/>
    <p:sldId id="262" r:id="rId6"/>
    <p:sldId id="263" r:id="rId7"/>
    <p:sldId id="259" r:id="rId8"/>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iLoddAnK6UfSPsHo2SNdpkODNm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2D0AA5-3387-467F-84BE-728B216C0396}" v="123" dt="2026-08-17T06:29:51.6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80" y="5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customschemas.google.com/relationships/presentationmetadata" Target="metadata"/><Relationship Id="rId5" Type="http://schemas.openxmlformats.org/officeDocument/2006/relationships/slide" Target="slides/slide4.xml"/><Relationship Id="rId1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chan Tambe" userId="fac398919873ded9" providerId="LiveId" clId="{81126884-BC86-4FAF-AFFB-C3BE440B1E9B}"/>
    <pc:docChg chg="undo redo custSel delSld modSld">
      <pc:chgData name="Sinchan Tambe" userId="fac398919873ded9" providerId="LiveId" clId="{81126884-BC86-4FAF-AFFB-C3BE440B1E9B}" dt="2026-08-17T16:50:49.359" v="260" actId="1076"/>
      <pc:docMkLst>
        <pc:docMk/>
      </pc:docMkLst>
      <pc:sldChg chg="del">
        <pc:chgData name="Sinchan Tambe" userId="fac398919873ded9" providerId="LiveId" clId="{81126884-BC86-4FAF-AFFB-C3BE440B1E9B}" dt="2026-08-17T05:41:15.253" v="239" actId="47"/>
        <pc:sldMkLst>
          <pc:docMk/>
          <pc:sldMk cId="0" sldId="257"/>
        </pc:sldMkLst>
      </pc:sldChg>
      <pc:sldChg chg="modSp mod">
        <pc:chgData name="Sinchan Tambe" userId="fac398919873ded9" providerId="LiveId" clId="{81126884-BC86-4FAF-AFFB-C3BE440B1E9B}" dt="2026-08-17T05:41:27.091" v="240" actId="113"/>
        <pc:sldMkLst>
          <pc:docMk/>
          <pc:sldMk cId="0" sldId="258"/>
        </pc:sldMkLst>
        <pc:spChg chg="mod">
          <ac:chgData name="Sinchan Tambe" userId="fac398919873ded9" providerId="LiveId" clId="{81126884-BC86-4FAF-AFFB-C3BE440B1E9B}" dt="2026-08-17T05:41:27.091" v="240" actId="113"/>
          <ac:spMkLst>
            <pc:docMk/>
            <pc:sldMk cId="0" sldId="258"/>
            <ac:spMk id="4" creationId="{B2381893-7D7D-B902-E868-D8FCA57C25F8}"/>
          </ac:spMkLst>
        </pc:spChg>
        <pc:spChg chg="mod">
          <ac:chgData name="Sinchan Tambe" userId="fac398919873ded9" providerId="LiveId" clId="{81126884-BC86-4FAF-AFFB-C3BE440B1E9B}" dt="2026-08-17T05:31:44.513" v="139" actId="115"/>
          <ac:spMkLst>
            <pc:docMk/>
            <pc:sldMk cId="0" sldId="258"/>
            <ac:spMk id="5" creationId="{76AA18D4-D08E-4CC0-02E3-C7B0108F9362}"/>
          </ac:spMkLst>
        </pc:spChg>
        <pc:spChg chg="mod">
          <ac:chgData name="Sinchan Tambe" userId="fac398919873ded9" providerId="LiveId" clId="{81126884-BC86-4FAF-AFFB-C3BE440B1E9B}" dt="2026-08-17T05:31:38.590" v="138" actId="115"/>
          <ac:spMkLst>
            <pc:docMk/>
            <pc:sldMk cId="0" sldId="258"/>
            <ac:spMk id="71" creationId="{00000000-0000-0000-0000-000000000000}"/>
          </ac:spMkLst>
        </pc:spChg>
      </pc:sldChg>
      <pc:sldChg chg="addSp delSp modSp mod">
        <pc:chgData name="Sinchan Tambe" userId="fac398919873ded9" providerId="LiveId" clId="{81126884-BC86-4FAF-AFFB-C3BE440B1E9B}" dt="2026-08-17T06:29:53.871" v="258"/>
        <pc:sldMkLst>
          <pc:docMk/>
          <pc:sldMk cId="0" sldId="259"/>
        </pc:sldMkLst>
        <pc:spChg chg="add del mod">
          <ac:chgData name="Sinchan Tambe" userId="fac398919873ded9" providerId="LiveId" clId="{81126884-BC86-4FAF-AFFB-C3BE440B1E9B}" dt="2026-08-17T06:29:21.947" v="253"/>
          <ac:spMkLst>
            <pc:docMk/>
            <pc:sldMk cId="0" sldId="259"/>
            <ac:spMk id="2" creationId="{B50DECD3-FF5D-8696-B11D-5192B3973707}"/>
          </ac:spMkLst>
        </pc:spChg>
        <pc:spChg chg="add del mod">
          <ac:chgData name="Sinchan Tambe" userId="fac398919873ded9" providerId="LiveId" clId="{81126884-BC86-4FAF-AFFB-C3BE440B1E9B}" dt="2026-08-17T06:29:53.871" v="258"/>
          <ac:spMkLst>
            <pc:docMk/>
            <pc:sldMk cId="0" sldId="259"/>
            <ac:spMk id="3" creationId="{BDD4E817-BD85-D1BD-3EC6-C06EC66633E1}"/>
          </ac:spMkLst>
        </pc:spChg>
        <pc:spChg chg="mod">
          <ac:chgData name="Sinchan Tambe" userId="fac398919873ded9" providerId="LiveId" clId="{81126884-BC86-4FAF-AFFB-C3BE440B1E9B}" dt="2026-08-17T06:29:24.100" v="255" actId="6549"/>
          <ac:spMkLst>
            <pc:docMk/>
            <pc:sldMk cId="0" sldId="259"/>
            <ac:spMk id="77" creationId="{00000000-0000-0000-0000-000000000000}"/>
          </ac:spMkLst>
        </pc:spChg>
        <pc:picChg chg="add">
          <ac:chgData name="Sinchan Tambe" userId="fac398919873ded9" providerId="LiveId" clId="{81126884-BC86-4FAF-AFFB-C3BE440B1E9B}" dt="2026-08-17T06:29:51.638" v="256"/>
          <ac:picMkLst>
            <pc:docMk/>
            <pc:sldMk cId="0" sldId="259"/>
            <ac:picMk id="4" creationId="{79F9B5AA-8881-6345-A7AF-10E8687A3AAF}"/>
          </ac:picMkLst>
        </pc:picChg>
      </pc:sldChg>
      <pc:sldChg chg="addSp delSp modSp mod">
        <pc:chgData name="Sinchan Tambe" userId="fac398919873ded9" providerId="LiveId" clId="{81126884-BC86-4FAF-AFFB-C3BE440B1E9B}" dt="2026-08-17T05:42:32.315" v="244" actId="403"/>
        <pc:sldMkLst>
          <pc:docMk/>
          <pc:sldMk cId="4058417068" sldId="260"/>
        </pc:sldMkLst>
        <pc:spChg chg="mod">
          <ac:chgData name="Sinchan Tambe" userId="fac398919873ded9" providerId="LiveId" clId="{81126884-BC86-4FAF-AFFB-C3BE440B1E9B}" dt="2026-08-17T05:33:04.246" v="144" actId="115"/>
          <ac:spMkLst>
            <pc:docMk/>
            <pc:sldMk cId="4058417068" sldId="260"/>
            <ac:spMk id="3" creationId="{1862B60F-B4F8-1EF9-6EE9-51C782CE3292}"/>
          </ac:spMkLst>
        </pc:spChg>
        <pc:spChg chg="add del mod">
          <ac:chgData name="Sinchan Tambe" userId="fac398919873ded9" providerId="LiveId" clId="{81126884-BC86-4FAF-AFFB-C3BE440B1E9B}" dt="2026-08-17T05:35:50.371" v="166" actId="478"/>
          <ac:spMkLst>
            <pc:docMk/>
            <pc:sldMk cId="4058417068" sldId="260"/>
            <ac:spMk id="13" creationId="{7F9DA9AE-BAB2-C959-EF98-721327BC2F24}"/>
          </ac:spMkLst>
        </pc:spChg>
        <pc:graphicFrameChg chg="add del modGraphic">
          <ac:chgData name="Sinchan Tambe" userId="fac398919873ded9" providerId="LiveId" clId="{81126884-BC86-4FAF-AFFB-C3BE440B1E9B}" dt="2026-08-17T05:04:48.665" v="1" actId="478"/>
          <ac:graphicFrameMkLst>
            <pc:docMk/>
            <pc:sldMk cId="4058417068" sldId="260"/>
            <ac:graphicFrameMk id="2" creationId="{11DD3BC3-C081-D4D5-8F9C-562FE7598320}"/>
          </ac:graphicFrameMkLst>
        </pc:graphicFrameChg>
        <pc:graphicFrameChg chg="add del mod modGraphic">
          <ac:chgData name="Sinchan Tambe" userId="fac398919873ded9" providerId="LiveId" clId="{81126884-BC86-4FAF-AFFB-C3BE440B1E9B}" dt="2026-08-17T05:12:22.799" v="34" actId="478"/>
          <ac:graphicFrameMkLst>
            <pc:docMk/>
            <pc:sldMk cId="4058417068" sldId="260"/>
            <ac:graphicFrameMk id="4" creationId="{F54E5043-1EE8-9B53-1658-FF4399D74778}"/>
          </ac:graphicFrameMkLst>
        </pc:graphicFrameChg>
        <pc:graphicFrameChg chg="add del modGraphic">
          <ac:chgData name="Sinchan Tambe" userId="fac398919873ded9" providerId="LiveId" clId="{81126884-BC86-4FAF-AFFB-C3BE440B1E9B}" dt="2026-08-17T05:32:57.821" v="142" actId="1032"/>
          <ac:graphicFrameMkLst>
            <pc:docMk/>
            <pc:sldMk cId="4058417068" sldId="260"/>
            <ac:graphicFrameMk id="5" creationId="{57D9B796-04C7-4906-767B-535E77BEB65D}"/>
          </ac:graphicFrameMkLst>
        </pc:graphicFrameChg>
        <pc:graphicFrameChg chg="add mod modGraphic">
          <ac:chgData name="Sinchan Tambe" userId="fac398919873ded9" providerId="LiveId" clId="{81126884-BC86-4FAF-AFFB-C3BE440B1E9B}" dt="2026-08-17T05:42:32.315" v="244" actId="403"/>
          <ac:graphicFrameMkLst>
            <pc:docMk/>
            <pc:sldMk cId="4058417068" sldId="260"/>
            <ac:graphicFrameMk id="6" creationId="{90CB0095-FC6C-8F8E-D8E3-2AA236DEFE99}"/>
          </ac:graphicFrameMkLst>
        </pc:graphicFrameChg>
      </pc:sldChg>
      <pc:sldChg chg="addSp delSp modSp mod">
        <pc:chgData name="Sinchan Tambe" userId="fac398919873ded9" providerId="LiveId" clId="{81126884-BC86-4FAF-AFFB-C3BE440B1E9B}" dt="2026-08-17T16:50:49.359" v="260" actId="1076"/>
        <pc:sldMkLst>
          <pc:docMk/>
          <pc:sldMk cId="4057082721" sldId="262"/>
        </pc:sldMkLst>
        <pc:spChg chg="del mod">
          <ac:chgData name="Sinchan Tambe" userId="fac398919873ded9" providerId="LiveId" clId="{81126884-BC86-4FAF-AFFB-C3BE440B1E9B}" dt="2026-08-17T05:15:36.745" v="59" actId="478"/>
          <ac:spMkLst>
            <pc:docMk/>
            <pc:sldMk cId="4057082721" sldId="262"/>
            <ac:spMk id="3" creationId="{C34BCAF8-C897-4390-A363-D7D84869D5C2}"/>
          </ac:spMkLst>
        </pc:spChg>
        <pc:spChg chg="mod">
          <ac:chgData name="Sinchan Tambe" userId="fac398919873ded9" providerId="LiveId" clId="{81126884-BC86-4FAF-AFFB-C3BE440B1E9B}" dt="2026-08-17T05:31:11.761" v="136" actId="115"/>
          <ac:spMkLst>
            <pc:docMk/>
            <pc:sldMk cId="4057082721" sldId="262"/>
            <ac:spMk id="4" creationId="{A4BDFEA1-EFFC-551D-18C7-81F59F98DAA0}"/>
          </ac:spMkLst>
        </pc:spChg>
        <pc:graphicFrameChg chg="add mod modGraphic">
          <ac:chgData name="Sinchan Tambe" userId="fac398919873ded9" providerId="LiveId" clId="{81126884-BC86-4FAF-AFFB-C3BE440B1E9B}" dt="2026-08-17T16:50:49.359" v="260" actId="1076"/>
          <ac:graphicFrameMkLst>
            <pc:docMk/>
            <pc:sldMk cId="4057082721" sldId="262"/>
            <ac:graphicFrameMk id="2" creationId="{C180A67E-425E-08E2-38D4-F192A980594E}"/>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29F607-5D3C-401C-B801-6A05A7FF82D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A2D835C7-F139-4403-BC21-CBEF856138C9}">
      <dgm:prSet phldrT="[Text]" custT="1"/>
      <dgm:spPr/>
      <dgm:t>
        <a:bodyPr/>
        <a:lstStyle/>
        <a:p>
          <a:pPr>
            <a:buFont typeface="+mj-lt"/>
            <a:buAutoNum type="arabicPeriod"/>
          </a:pPr>
          <a:r>
            <a:rPr lang="en-IN" sz="4000" dirty="0">
              <a:latin typeface="Times New Roman" panose="02020603050405020304" pitchFamily="18" charset="0"/>
              <a:cs typeface="Times New Roman" panose="02020603050405020304" pitchFamily="18" charset="0"/>
            </a:rPr>
            <a:t>Start the program.</a:t>
          </a:r>
          <a:endParaRPr lang="en-IN" sz="4000" dirty="0"/>
        </a:p>
      </dgm:t>
    </dgm:pt>
    <dgm:pt modelId="{D1EB0C3C-828F-497A-81F4-14AA99CB66EE}" type="parTrans" cxnId="{5453CDA9-0F41-48D7-9325-4BAAEA2396C5}">
      <dgm:prSet/>
      <dgm:spPr/>
      <dgm:t>
        <a:bodyPr/>
        <a:lstStyle/>
        <a:p>
          <a:endParaRPr lang="en-IN" sz="2800"/>
        </a:p>
      </dgm:t>
    </dgm:pt>
    <dgm:pt modelId="{9DB066E3-D57F-4F05-A593-939425067310}" type="sibTrans" cxnId="{5453CDA9-0F41-48D7-9325-4BAAEA2396C5}">
      <dgm:prSet/>
      <dgm:spPr/>
      <dgm:t>
        <a:bodyPr/>
        <a:lstStyle/>
        <a:p>
          <a:endParaRPr lang="en-IN" sz="2800"/>
        </a:p>
      </dgm:t>
    </dgm:pt>
    <dgm:pt modelId="{73591261-1827-4D8E-86EE-415E212E9F28}">
      <dgm:prSet phldrT="[Text]" custT="1"/>
      <dgm:spPr/>
      <dgm:t>
        <a:bodyPr/>
        <a:lstStyle/>
        <a:p>
          <a:pPr>
            <a:buFont typeface="+mj-lt"/>
            <a:buNone/>
          </a:pPr>
          <a:r>
            <a:rPr lang="en-IN" sz="1100" dirty="0">
              <a:latin typeface="Times New Roman" panose="02020603050405020304" pitchFamily="18" charset="0"/>
              <a:cs typeface="Times New Roman" panose="02020603050405020304" pitchFamily="18" charset="0"/>
            </a:rPr>
            <a:t>1. Check whether there is an expenses file (expenses.csv). If not, create it and put in the column names: Date, Type, Category, Amount.</a:t>
          </a:r>
        </a:p>
        <a:p>
          <a:pPr>
            <a:buFont typeface="+mj-lt"/>
            <a:buAutoNum type="arabicPeriod"/>
          </a:pPr>
          <a:endParaRPr lang="en-IN" sz="1100" dirty="0"/>
        </a:p>
      </dgm:t>
    </dgm:pt>
    <dgm:pt modelId="{ED49AF75-5617-4989-82A9-C1555F31EE7E}" type="parTrans" cxnId="{D4180689-FD7F-4587-8338-60E8F08838C8}">
      <dgm:prSet/>
      <dgm:spPr/>
      <dgm:t>
        <a:bodyPr/>
        <a:lstStyle/>
        <a:p>
          <a:endParaRPr lang="en-IN" sz="2800"/>
        </a:p>
      </dgm:t>
    </dgm:pt>
    <dgm:pt modelId="{33169422-352D-4634-8B65-6A40BF40EC5D}" type="sibTrans" cxnId="{D4180689-FD7F-4587-8338-60E8F08838C8}">
      <dgm:prSet/>
      <dgm:spPr/>
      <dgm:t>
        <a:bodyPr/>
        <a:lstStyle/>
        <a:p>
          <a:endParaRPr lang="en-IN" sz="2800"/>
        </a:p>
      </dgm:t>
    </dgm:pt>
    <dgm:pt modelId="{014565A6-1C17-44FE-817C-BADFF6F366C7}">
      <dgm:prSet phldrT="[Text]" custT="1"/>
      <dgm:spPr/>
      <dgm:t>
        <a:bodyPr/>
        <a:lstStyle/>
        <a:p>
          <a:pPr>
            <a:buFont typeface="+mj-lt"/>
            <a:buAutoNum type="arabicPeriod"/>
          </a:pPr>
          <a:r>
            <a:rPr lang="en-IN" sz="1100" dirty="0">
              <a:latin typeface="Times New Roman" panose="02020603050405020304" pitchFamily="18" charset="0"/>
              <a:cs typeface="Times New Roman" panose="02020603050405020304" pitchFamily="18" charset="0"/>
            </a:rPr>
            <a:t>2. Show the main menu to the user, offering the choices: Add Transaction, View, Update, Delete, Reports, and Exit.</a:t>
          </a:r>
          <a:endParaRPr lang="en-IN" sz="1100" dirty="0"/>
        </a:p>
      </dgm:t>
    </dgm:pt>
    <dgm:pt modelId="{B9EF3EE0-2DF0-40B7-A2CD-2B2B6C495BAF}" type="parTrans" cxnId="{F6A1A78D-56A3-4B71-A84E-50DFF564854C}">
      <dgm:prSet/>
      <dgm:spPr/>
      <dgm:t>
        <a:bodyPr/>
        <a:lstStyle/>
        <a:p>
          <a:endParaRPr lang="en-IN" sz="2800"/>
        </a:p>
      </dgm:t>
    </dgm:pt>
    <dgm:pt modelId="{2FFDBF7A-FD4B-4F85-8C3E-3DE4A3604013}" type="sibTrans" cxnId="{F6A1A78D-56A3-4B71-A84E-50DFF564854C}">
      <dgm:prSet/>
      <dgm:spPr/>
      <dgm:t>
        <a:bodyPr/>
        <a:lstStyle/>
        <a:p>
          <a:endParaRPr lang="en-IN" sz="2800"/>
        </a:p>
      </dgm:t>
    </dgm:pt>
    <dgm:pt modelId="{B61EA575-8FB7-4B29-BD74-B9A5FF79A02E}">
      <dgm:prSet phldrT="[Text]" custT="1"/>
      <dgm:spPr/>
      <dgm:t>
        <a:bodyPr/>
        <a:lstStyle/>
        <a:p>
          <a:r>
            <a:rPr lang="en-IN" sz="1100" dirty="0"/>
            <a:t>3. Get the choice from the user</a:t>
          </a:r>
        </a:p>
      </dgm:t>
    </dgm:pt>
    <dgm:pt modelId="{B92A065D-477B-427A-BBC6-AAACEC5A4D48}" type="parTrans" cxnId="{6D839563-CEAE-41B2-A04C-01C1D83A5D65}">
      <dgm:prSet/>
      <dgm:spPr/>
      <dgm:t>
        <a:bodyPr/>
        <a:lstStyle/>
        <a:p>
          <a:endParaRPr lang="en-IN" sz="2800"/>
        </a:p>
      </dgm:t>
    </dgm:pt>
    <dgm:pt modelId="{3E7CA5DD-79AF-40FE-93A2-5E405FB2C69A}" type="sibTrans" cxnId="{6D839563-CEAE-41B2-A04C-01C1D83A5D65}">
      <dgm:prSet/>
      <dgm:spPr/>
      <dgm:t>
        <a:bodyPr/>
        <a:lstStyle/>
        <a:p>
          <a:endParaRPr lang="en-IN" sz="2800"/>
        </a:p>
      </dgm:t>
    </dgm:pt>
    <dgm:pt modelId="{6D6CAB6D-4AEC-4DCE-8B76-CF43B3F66B1F}">
      <dgm:prSet phldrT="[Text]" custT="1"/>
      <dgm:spPr/>
      <dgm:t>
        <a:bodyPr/>
        <a:lstStyle/>
        <a:p>
          <a:pPr>
            <a:buFont typeface="+mj-lt"/>
            <a:buAutoNum type="arabicPeriod"/>
          </a:pPr>
          <a:r>
            <a:rPr lang="en-IN" sz="1100" dirty="0">
              <a:latin typeface="Times New Roman" panose="02020603050405020304" pitchFamily="18" charset="0"/>
              <a:cs typeface="Times New Roman" panose="02020603050405020304" pitchFamily="18" charset="0"/>
            </a:rPr>
            <a:t>4. If the choice is Add Transaction:</a:t>
          </a:r>
          <a:endParaRPr lang="en-IN" sz="1100" dirty="0"/>
        </a:p>
      </dgm:t>
    </dgm:pt>
    <dgm:pt modelId="{2570504F-2BE7-4B6A-9BB2-4B711933252F}" type="parTrans" cxnId="{CD8F2FF7-1370-4D2C-9A0A-8D0499DBBC25}">
      <dgm:prSet/>
      <dgm:spPr/>
      <dgm:t>
        <a:bodyPr/>
        <a:lstStyle/>
        <a:p>
          <a:endParaRPr lang="en-IN" sz="2800"/>
        </a:p>
      </dgm:t>
    </dgm:pt>
    <dgm:pt modelId="{64F615AC-7FD1-404E-8713-916B4182C5F4}" type="sibTrans" cxnId="{CD8F2FF7-1370-4D2C-9A0A-8D0499DBBC25}">
      <dgm:prSet/>
      <dgm:spPr/>
      <dgm:t>
        <a:bodyPr/>
        <a:lstStyle/>
        <a:p>
          <a:endParaRPr lang="en-IN" sz="2800"/>
        </a:p>
      </dgm:t>
    </dgm:pt>
    <dgm:pt modelId="{51F9BBCD-1E07-4E4A-BD52-2A435F2778B2}">
      <dgm:prSet custT="1"/>
      <dgm:spPr/>
      <dgm:t>
        <a:bodyPr/>
        <a:lstStyle/>
        <a:p>
          <a:r>
            <a:rPr lang="en-IN" sz="1100" dirty="0">
              <a:latin typeface="Times New Roman" panose="02020603050405020304" pitchFamily="18" charset="0"/>
              <a:cs typeface="Times New Roman" panose="02020603050405020304" pitchFamily="18" charset="0"/>
            </a:rPr>
            <a:t>5. Ask for the date, type (either income or expense), category, and amount.</a:t>
          </a:r>
        </a:p>
      </dgm:t>
    </dgm:pt>
    <dgm:pt modelId="{D02727BD-DEA9-4E4C-A04A-6BA6E05C21C5}" type="parTrans" cxnId="{F80EBB25-A54B-40D5-995F-059DB8664063}">
      <dgm:prSet/>
      <dgm:spPr/>
      <dgm:t>
        <a:bodyPr/>
        <a:lstStyle/>
        <a:p>
          <a:endParaRPr lang="en-IN" sz="2800"/>
        </a:p>
      </dgm:t>
    </dgm:pt>
    <dgm:pt modelId="{B9280AAD-0CA4-4767-A6F3-4C325385A9CE}" type="sibTrans" cxnId="{F80EBB25-A54B-40D5-995F-059DB8664063}">
      <dgm:prSet/>
      <dgm:spPr/>
      <dgm:t>
        <a:bodyPr/>
        <a:lstStyle/>
        <a:p>
          <a:endParaRPr lang="en-IN" sz="2800"/>
        </a:p>
      </dgm:t>
    </dgm:pt>
    <dgm:pt modelId="{1823737D-F982-47F9-8CF8-D9B2AC021242}">
      <dgm:prSet custT="1"/>
      <dgm:spPr/>
      <dgm:t>
        <a:bodyPr/>
        <a:lstStyle/>
        <a:p>
          <a:pPr>
            <a:buFont typeface="Arial" panose="020B0604020202020204" pitchFamily="34" charset="0"/>
            <a:buNone/>
          </a:pPr>
          <a:r>
            <a:rPr lang="en-IN" sz="1100" dirty="0">
              <a:latin typeface="Times New Roman" panose="02020603050405020304" pitchFamily="18" charset="0"/>
              <a:cs typeface="Times New Roman" panose="02020603050405020304" pitchFamily="18" charset="0"/>
            </a:rPr>
            <a:t>6. Check if the inputs are all valid, i.e., the date is in the correct format, the amount is a positive  value, and the type can only be Income or Expense.</a:t>
          </a:r>
        </a:p>
      </dgm:t>
    </dgm:pt>
    <dgm:pt modelId="{638CB97B-01A4-4D90-B030-D46445E9B38C}" type="parTrans" cxnId="{97C58414-FD5C-47AD-BAF0-FE07452C69DC}">
      <dgm:prSet/>
      <dgm:spPr/>
      <dgm:t>
        <a:bodyPr/>
        <a:lstStyle/>
        <a:p>
          <a:endParaRPr lang="en-IN" sz="2800"/>
        </a:p>
      </dgm:t>
    </dgm:pt>
    <dgm:pt modelId="{C758DFB7-63FE-4B01-B28C-E6C39802F2AB}" type="sibTrans" cxnId="{97C58414-FD5C-47AD-BAF0-FE07452C69DC}">
      <dgm:prSet/>
      <dgm:spPr/>
      <dgm:t>
        <a:bodyPr/>
        <a:lstStyle/>
        <a:p>
          <a:endParaRPr lang="en-IN" sz="2800"/>
        </a:p>
      </dgm:t>
    </dgm:pt>
    <dgm:pt modelId="{38BA4999-D0BC-43E2-8008-D9D1AC48E483}">
      <dgm:prSet custT="1"/>
      <dgm:spPr/>
      <dgm:t>
        <a:bodyPr/>
        <a:lstStyle/>
        <a:p>
          <a:r>
            <a:rPr lang="en-IN" sz="1100" dirty="0">
              <a:latin typeface="Times New Roman" panose="02020603050405020304" pitchFamily="18" charset="0"/>
              <a:cs typeface="Times New Roman" panose="02020603050405020304" pitchFamily="18" charset="0"/>
            </a:rPr>
            <a:t>7. If any of the inputs is not valid, tell the user which input is wrong and ask for the right input.</a:t>
          </a:r>
        </a:p>
      </dgm:t>
    </dgm:pt>
    <dgm:pt modelId="{3AD3EF0D-95DF-42ED-A45F-012D0681910F}" type="parTrans" cxnId="{552C16E7-E75A-4079-9DE0-16716F4A598F}">
      <dgm:prSet/>
      <dgm:spPr/>
      <dgm:t>
        <a:bodyPr/>
        <a:lstStyle/>
        <a:p>
          <a:endParaRPr lang="en-IN" sz="2800"/>
        </a:p>
      </dgm:t>
    </dgm:pt>
    <dgm:pt modelId="{31C996DF-8FC2-4F73-BE90-D163382426CF}" type="sibTrans" cxnId="{552C16E7-E75A-4079-9DE0-16716F4A598F}">
      <dgm:prSet/>
      <dgm:spPr/>
      <dgm:t>
        <a:bodyPr/>
        <a:lstStyle/>
        <a:p>
          <a:endParaRPr lang="en-IN" sz="2800"/>
        </a:p>
      </dgm:t>
    </dgm:pt>
    <dgm:pt modelId="{40CA9EF0-7D27-4D39-82B7-D862C286514C}">
      <dgm:prSet custT="1"/>
      <dgm:spPr/>
      <dgm:t>
        <a:bodyPr/>
        <a:lstStyle/>
        <a:p>
          <a:r>
            <a:rPr lang="en-IN" sz="1100" dirty="0">
              <a:latin typeface="Times New Roman" panose="02020603050405020304" pitchFamily="18" charset="0"/>
              <a:cs typeface="Times New Roman" panose="02020603050405020304" pitchFamily="18" charset="0"/>
            </a:rPr>
            <a:t>8. Once the inputs have been checked and confirmed to be valid, store the inputs in the file and show the message "Transaction added successfully."</a:t>
          </a:r>
        </a:p>
      </dgm:t>
    </dgm:pt>
    <dgm:pt modelId="{9CCD5419-DAF0-4D91-AF3A-ABA87C598942}" type="parTrans" cxnId="{3F957BD0-6ADE-438D-AC65-D1C30E29B06F}">
      <dgm:prSet/>
      <dgm:spPr/>
      <dgm:t>
        <a:bodyPr/>
        <a:lstStyle/>
        <a:p>
          <a:endParaRPr lang="en-IN" sz="2800"/>
        </a:p>
      </dgm:t>
    </dgm:pt>
    <dgm:pt modelId="{2BCFEA87-B39B-4CEF-80C0-8127E659739F}" type="sibTrans" cxnId="{3F957BD0-6ADE-438D-AC65-D1C30E29B06F}">
      <dgm:prSet/>
      <dgm:spPr/>
      <dgm:t>
        <a:bodyPr/>
        <a:lstStyle/>
        <a:p>
          <a:endParaRPr lang="en-IN" sz="2800"/>
        </a:p>
      </dgm:t>
    </dgm:pt>
    <dgm:pt modelId="{998C22E0-625B-4F07-8730-752EDC7E7A22}">
      <dgm:prSet custT="1"/>
      <dgm:spPr/>
      <dgm:t>
        <a:bodyPr/>
        <a:lstStyle/>
        <a:p>
          <a:pPr>
            <a:buClr>
              <a:srgbClr val="002060"/>
            </a:buClr>
            <a:buFont typeface="+mj-lt"/>
            <a:buAutoNum type="arabicPeriod" startAt="6"/>
          </a:pPr>
          <a:r>
            <a:rPr lang="en-IN" sz="1100" dirty="0">
              <a:latin typeface="Times New Roman" panose="02020603050405020304" pitchFamily="18" charset="0"/>
              <a:cs typeface="Times New Roman" panose="02020603050405020304" pitchFamily="18" charset="0"/>
            </a:rPr>
            <a:t>9. If the choice is View, Update, Delete, or Reports, give the message saying that the corresponding feature will be implemented in the future phase of the project.</a:t>
          </a:r>
        </a:p>
      </dgm:t>
    </dgm:pt>
    <dgm:pt modelId="{0E4A5967-1E25-4079-A15D-D8029544B099}" type="parTrans" cxnId="{37F5070B-8081-42A9-B85C-834F15BAFBBD}">
      <dgm:prSet/>
      <dgm:spPr/>
      <dgm:t>
        <a:bodyPr/>
        <a:lstStyle/>
        <a:p>
          <a:endParaRPr lang="en-IN" sz="2800"/>
        </a:p>
      </dgm:t>
    </dgm:pt>
    <dgm:pt modelId="{6E5254E4-64D5-4255-92EC-DC9279992B4A}" type="sibTrans" cxnId="{37F5070B-8081-42A9-B85C-834F15BAFBBD}">
      <dgm:prSet/>
      <dgm:spPr/>
      <dgm:t>
        <a:bodyPr/>
        <a:lstStyle/>
        <a:p>
          <a:endParaRPr lang="en-IN" sz="2800"/>
        </a:p>
      </dgm:t>
    </dgm:pt>
    <dgm:pt modelId="{679C208B-37FB-49C9-816E-3A0A12E40FBB}">
      <dgm:prSet custT="1"/>
      <dgm:spPr/>
      <dgm:t>
        <a:bodyPr/>
        <a:lstStyle/>
        <a:p>
          <a:r>
            <a:rPr lang="en-IN" sz="1100" dirty="0">
              <a:latin typeface="Times New Roman" panose="02020603050405020304" pitchFamily="18" charset="0"/>
              <a:cs typeface="Times New Roman" panose="02020603050405020304" pitchFamily="18" charset="0"/>
            </a:rPr>
            <a:t>10. If the choice is Exit, save all data and exit the program.</a:t>
          </a:r>
        </a:p>
      </dgm:t>
    </dgm:pt>
    <dgm:pt modelId="{96127706-27E2-4827-A32A-203F07479145}" type="parTrans" cxnId="{B704E221-8AA6-4C9B-BE6D-8D5D860E4907}">
      <dgm:prSet/>
      <dgm:spPr/>
      <dgm:t>
        <a:bodyPr/>
        <a:lstStyle/>
        <a:p>
          <a:endParaRPr lang="en-IN" sz="2800"/>
        </a:p>
      </dgm:t>
    </dgm:pt>
    <dgm:pt modelId="{1CAC00B3-E8A9-4341-81F2-C4A94360DEDA}" type="sibTrans" cxnId="{B704E221-8AA6-4C9B-BE6D-8D5D860E4907}">
      <dgm:prSet/>
      <dgm:spPr/>
      <dgm:t>
        <a:bodyPr/>
        <a:lstStyle/>
        <a:p>
          <a:endParaRPr lang="en-IN" sz="2800"/>
        </a:p>
      </dgm:t>
    </dgm:pt>
    <dgm:pt modelId="{DDB2B2AA-D428-4EBC-9AA5-2B45BD3895A9}">
      <dgm:prSet custT="1"/>
      <dgm:spPr/>
      <dgm:t>
        <a:bodyPr/>
        <a:lstStyle/>
        <a:p>
          <a:r>
            <a:rPr lang="en-IN" sz="1100" dirty="0">
              <a:latin typeface="Times New Roman" panose="02020603050405020304" pitchFamily="18" charset="0"/>
              <a:cs typeface="Times New Roman" panose="02020603050405020304" pitchFamily="18" charset="0"/>
            </a:rPr>
            <a:t>11. If the choice is not one of the menu items, show the error message and show the menu again.</a:t>
          </a:r>
        </a:p>
      </dgm:t>
    </dgm:pt>
    <dgm:pt modelId="{F2F6A748-9BDB-4F6E-83F2-9EAFDC8E9231}" type="parTrans" cxnId="{4358C50F-C9A0-48F2-B01B-5157AC022A64}">
      <dgm:prSet/>
      <dgm:spPr/>
      <dgm:t>
        <a:bodyPr/>
        <a:lstStyle/>
        <a:p>
          <a:endParaRPr lang="en-IN" sz="2800"/>
        </a:p>
      </dgm:t>
    </dgm:pt>
    <dgm:pt modelId="{D2248604-5C09-4CA9-93F8-BBECA686FED2}" type="sibTrans" cxnId="{4358C50F-C9A0-48F2-B01B-5157AC022A64}">
      <dgm:prSet/>
      <dgm:spPr/>
      <dgm:t>
        <a:bodyPr/>
        <a:lstStyle/>
        <a:p>
          <a:endParaRPr lang="en-IN" sz="2800"/>
        </a:p>
      </dgm:t>
    </dgm:pt>
    <dgm:pt modelId="{3D290D2C-9527-4577-A9BB-C6EDEAA6C138}">
      <dgm:prSet custT="1"/>
      <dgm:spPr/>
      <dgm:t>
        <a:bodyPr/>
        <a:lstStyle/>
        <a:p>
          <a:r>
            <a:rPr lang="en-IN" sz="1100" dirty="0">
              <a:latin typeface="Times New Roman" panose="02020603050405020304" pitchFamily="18" charset="0"/>
              <a:cs typeface="Times New Roman" panose="02020603050405020304" pitchFamily="18" charset="0"/>
            </a:rPr>
            <a:t>12. Keep going back to step 3 to step 8 until exit.</a:t>
          </a:r>
        </a:p>
      </dgm:t>
    </dgm:pt>
    <dgm:pt modelId="{A5C3F582-33B8-4322-9976-DF027A7EDF95}" type="parTrans" cxnId="{45442AD7-CCC3-471E-B5B1-81DC8FF9001B}">
      <dgm:prSet/>
      <dgm:spPr/>
      <dgm:t>
        <a:bodyPr/>
        <a:lstStyle/>
        <a:p>
          <a:endParaRPr lang="en-IN" sz="2800"/>
        </a:p>
      </dgm:t>
    </dgm:pt>
    <dgm:pt modelId="{B837D047-F3C7-447D-A156-FBEF27C1C7A5}" type="sibTrans" cxnId="{45442AD7-CCC3-471E-B5B1-81DC8FF9001B}">
      <dgm:prSet/>
      <dgm:spPr/>
      <dgm:t>
        <a:bodyPr/>
        <a:lstStyle/>
        <a:p>
          <a:endParaRPr lang="en-IN" sz="2800"/>
        </a:p>
      </dgm:t>
    </dgm:pt>
    <dgm:pt modelId="{85CAA3D1-BD75-4775-83A8-3E2BDCE98D09}">
      <dgm:prSet custT="1"/>
      <dgm:spPr/>
      <dgm:t>
        <a:bodyPr/>
        <a:lstStyle/>
        <a:p>
          <a:r>
            <a:rPr lang="en-IN" sz="1100" dirty="0">
              <a:latin typeface="Times New Roman" panose="02020603050405020304" pitchFamily="18" charset="0"/>
              <a:cs typeface="Times New Roman" panose="02020603050405020304" pitchFamily="18" charset="0"/>
            </a:rPr>
            <a:t>13. End.</a:t>
          </a:r>
        </a:p>
      </dgm:t>
    </dgm:pt>
    <dgm:pt modelId="{5B326E55-8269-499E-9615-47C28DF2BBFD}" type="parTrans" cxnId="{404AAB23-8341-4F3C-93E5-60A3CA521213}">
      <dgm:prSet/>
      <dgm:spPr/>
      <dgm:t>
        <a:bodyPr/>
        <a:lstStyle/>
        <a:p>
          <a:endParaRPr lang="en-IN" sz="2800"/>
        </a:p>
      </dgm:t>
    </dgm:pt>
    <dgm:pt modelId="{28678DCC-6869-4905-8D6D-56C9E3AC427F}" type="sibTrans" cxnId="{404AAB23-8341-4F3C-93E5-60A3CA521213}">
      <dgm:prSet/>
      <dgm:spPr/>
      <dgm:t>
        <a:bodyPr/>
        <a:lstStyle/>
        <a:p>
          <a:endParaRPr lang="en-IN" sz="2800"/>
        </a:p>
      </dgm:t>
    </dgm:pt>
    <dgm:pt modelId="{D24CB381-AC06-483C-A5A7-A0F36885C79E}" type="pres">
      <dgm:prSet presAssocID="{6929F607-5D3C-401C-B801-6A05A7FF82DF}" presName="vert0" presStyleCnt="0">
        <dgm:presLayoutVars>
          <dgm:dir/>
          <dgm:animOne val="branch"/>
          <dgm:animLvl val="lvl"/>
        </dgm:presLayoutVars>
      </dgm:prSet>
      <dgm:spPr/>
    </dgm:pt>
    <dgm:pt modelId="{DD25776E-3309-4E61-B6DB-CFD615955829}" type="pres">
      <dgm:prSet presAssocID="{A2D835C7-F139-4403-BC21-CBEF856138C9}" presName="thickLine" presStyleLbl="alignNode1" presStyleIdx="0" presStyleCnt="1"/>
      <dgm:spPr/>
    </dgm:pt>
    <dgm:pt modelId="{63889DBC-30E4-4096-A867-2C15574B9401}" type="pres">
      <dgm:prSet presAssocID="{A2D835C7-F139-4403-BC21-CBEF856138C9}" presName="horz1" presStyleCnt="0"/>
      <dgm:spPr/>
    </dgm:pt>
    <dgm:pt modelId="{16F2D4D8-4AF7-4462-ADB3-739D795B14EC}" type="pres">
      <dgm:prSet presAssocID="{A2D835C7-F139-4403-BC21-CBEF856138C9}" presName="tx1" presStyleLbl="revTx" presStyleIdx="0" presStyleCnt="14" custLinFactNeighborX="-557" custLinFactNeighborY="-49"/>
      <dgm:spPr/>
    </dgm:pt>
    <dgm:pt modelId="{0AE9883D-B3CB-4CF3-9606-3E928C68D2CD}" type="pres">
      <dgm:prSet presAssocID="{A2D835C7-F139-4403-BC21-CBEF856138C9}" presName="vert1" presStyleCnt="0"/>
      <dgm:spPr/>
    </dgm:pt>
    <dgm:pt modelId="{36C92BA5-CC7F-4ED6-A3D4-D0C91D91F1E5}" type="pres">
      <dgm:prSet presAssocID="{73591261-1827-4D8E-86EE-415E212E9F28}" presName="vertSpace2a" presStyleCnt="0"/>
      <dgm:spPr/>
    </dgm:pt>
    <dgm:pt modelId="{E167CE5B-2A54-497C-9D70-6F4781A4B36D}" type="pres">
      <dgm:prSet presAssocID="{73591261-1827-4D8E-86EE-415E212E9F28}" presName="horz2" presStyleCnt="0"/>
      <dgm:spPr/>
    </dgm:pt>
    <dgm:pt modelId="{91E6077E-BA2E-4187-B26A-3CA0342E2B4B}" type="pres">
      <dgm:prSet presAssocID="{73591261-1827-4D8E-86EE-415E212E9F28}" presName="horzSpace2" presStyleCnt="0"/>
      <dgm:spPr/>
    </dgm:pt>
    <dgm:pt modelId="{402423F9-F611-4188-AC14-963247592000}" type="pres">
      <dgm:prSet presAssocID="{73591261-1827-4D8E-86EE-415E212E9F28}" presName="tx2" presStyleLbl="revTx" presStyleIdx="1" presStyleCnt="14"/>
      <dgm:spPr/>
    </dgm:pt>
    <dgm:pt modelId="{E1557ED0-95CD-40B4-8E4B-51C0030BB0F4}" type="pres">
      <dgm:prSet presAssocID="{73591261-1827-4D8E-86EE-415E212E9F28}" presName="vert2" presStyleCnt="0"/>
      <dgm:spPr/>
    </dgm:pt>
    <dgm:pt modelId="{6C13125D-1781-4F8C-B3E2-B105DF1F9EC4}" type="pres">
      <dgm:prSet presAssocID="{73591261-1827-4D8E-86EE-415E212E9F28}" presName="thinLine2b" presStyleLbl="callout" presStyleIdx="0" presStyleCnt="13"/>
      <dgm:spPr/>
    </dgm:pt>
    <dgm:pt modelId="{9D3FFFA1-F0F5-401A-8D51-2D0D077ED26F}" type="pres">
      <dgm:prSet presAssocID="{73591261-1827-4D8E-86EE-415E212E9F28}" presName="vertSpace2b" presStyleCnt="0"/>
      <dgm:spPr/>
    </dgm:pt>
    <dgm:pt modelId="{FA41D0CE-1364-48E4-B6C2-9EA3E77F94EE}" type="pres">
      <dgm:prSet presAssocID="{014565A6-1C17-44FE-817C-BADFF6F366C7}" presName="horz2" presStyleCnt="0"/>
      <dgm:spPr/>
    </dgm:pt>
    <dgm:pt modelId="{34459B5C-8FAA-45F4-9501-DC165954052D}" type="pres">
      <dgm:prSet presAssocID="{014565A6-1C17-44FE-817C-BADFF6F366C7}" presName="horzSpace2" presStyleCnt="0"/>
      <dgm:spPr/>
    </dgm:pt>
    <dgm:pt modelId="{A94F9DEB-380C-4B8D-8E52-1EA4B339EA64}" type="pres">
      <dgm:prSet presAssocID="{014565A6-1C17-44FE-817C-BADFF6F366C7}" presName="tx2" presStyleLbl="revTx" presStyleIdx="2" presStyleCnt="14"/>
      <dgm:spPr/>
    </dgm:pt>
    <dgm:pt modelId="{3E3999DF-EB41-4E6B-BA78-3053D8A0CDE7}" type="pres">
      <dgm:prSet presAssocID="{014565A6-1C17-44FE-817C-BADFF6F366C7}" presName="vert2" presStyleCnt="0"/>
      <dgm:spPr/>
    </dgm:pt>
    <dgm:pt modelId="{70B93415-2496-4F05-95F2-9294056DB2B5}" type="pres">
      <dgm:prSet presAssocID="{014565A6-1C17-44FE-817C-BADFF6F366C7}" presName="thinLine2b" presStyleLbl="callout" presStyleIdx="1" presStyleCnt="13"/>
      <dgm:spPr/>
    </dgm:pt>
    <dgm:pt modelId="{10CCA1D6-FCC7-4E58-9907-A4C4E1E9B8CA}" type="pres">
      <dgm:prSet presAssocID="{014565A6-1C17-44FE-817C-BADFF6F366C7}" presName="vertSpace2b" presStyleCnt="0"/>
      <dgm:spPr/>
    </dgm:pt>
    <dgm:pt modelId="{756AFD1F-8B85-4313-BDF9-C9D5FA2272E7}" type="pres">
      <dgm:prSet presAssocID="{B61EA575-8FB7-4B29-BD74-B9A5FF79A02E}" presName="horz2" presStyleCnt="0"/>
      <dgm:spPr/>
    </dgm:pt>
    <dgm:pt modelId="{61682795-11EC-44A7-A43E-ABCF65BB3886}" type="pres">
      <dgm:prSet presAssocID="{B61EA575-8FB7-4B29-BD74-B9A5FF79A02E}" presName="horzSpace2" presStyleCnt="0"/>
      <dgm:spPr/>
    </dgm:pt>
    <dgm:pt modelId="{C6B88D79-1FA6-43DF-8955-EA85FF9C8537}" type="pres">
      <dgm:prSet presAssocID="{B61EA575-8FB7-4B29-BD74-B9A5FF79A02E}" presName="tx2" presStyleLbl="revTx" presStyleIdx="3" presStyleCnt="14"/>
      <dgm:spPr/>
    </dgm:pt>
    <dgm:pt modelId="{68416189-E077-418B-BF9F-8FF3805EB5B4}" type="pres">
      <dgm:prSet presAssocID="{B61EA575-8FB7-4B29-BD74-B9A5FF79A02E}" presName="vert2" presStyleCnt="0"/>
      <dgm:spPr/>
    </dgm:pt>
    <dgm:pt modelId="{FDFCFA9A-C4F2-4323-A288-6DBF54664EC3}" type="pres">
      <dgm:prSet presAssocID="{B61EA575-8FB7-4B29-BD74-B9A5FF79A02E}" presName="thinLine2b" presStyleLbl="callout" presStyleIdx="2" presStyleCnt="13"/>
      <dgm:spPr/>
    </dgm:pt>
    <dgm:pt modelId="{D9BB4914-4D19-4B52-95FC-03E5B42AF3B4}" type="pres">
      <dgm:prSet presAssocID="{B61EA575-8FB7-4B29-BD74-B9A5FF79A02E}" presName="vertSpace2b" presStyleCnt="0"/>
      <dgm:spPr/>
    </dgm:pt>
    <dgm:pt modelId="{D31F4750-6E51-4488-9C87-DAAA36B11C86}" type="pres">
      <dgm:prSet presAssocID="{6D6CAB6D-4AEC-4DCE-8B76-CF43B3F66B1F}" presName="horz2" presStyleCnt="0"/>
      <dgm:spPr/>
    </dgm:pt>
    <dgm:pt modelId="{8043FBEE-1DC4-40EA-9EDA-BA1DAA2F11EB}" type="pres">
      <dgm:prSet presAssocID="{6D6CAB6D-4AEC-4DCE-8B76-CF43B3F66B1F}" presName="horzSpace2" presStyleCnt="0"/>
      <dgm:spPr/>
    </dgm:pt>
    <dgm:pt modelId="{A28B8BBD-4314-412F-8382-85817467F670}" type="pres">
      <dgm:prSet presAssocID="{6D6CAB6D-4AEC-4DCE-8B76-CF43B3F66B1F}" presName="tx2" presStyleLbl="revTx" presStyleIdx="4" presStyleCnt="14"/>
      <dgm:spPr/>
    </dgm:pt>
    <dgm:pt modelId="{5D61A5BD-85B0-45D1-A8B2-84709D16D51B}" type="pres">
      <dgm:prSet presAssocID="{6D6CAB6D-4AEC-4DCE-8B76-CF43B3F66B1F}" presName="vert2" presStyleCnt="0"/>
      <dgm:spPr/>
    </dgm:pt>
    <dgm:pt modelId="{C53753E3-1C51-4C47-A574-7CCF8DE10A4C}" type="pres">
      <dgm:prSet presAssocID="{6D6CAB6D-4AEC-4DCE-8B76-CF43B3F66B1F}" presName="thinLine2b" presStyleLbl="callout" presStyleIdx="3" presStyleCnt="13"/>
      <dgm:spPr/>
    </dgm:pt>
    <dgm:pt modelId="{6D4065CD-14F4-4C3C-9E89-8E0815A148F5}" type="pres">
      <dgm:prSet presAssocID="{6D6CAB6D-4AEC-4DCE-8B76-CF43B3F66B1F}" presName="vertSpace2b" presStyleCnt="0"/>
      <dgm:spPr/>
    </dgm:pt>
    <dgm:pt modelId="{0BE8EF46-C62B-4537-84FE-A07923C61223}" type="pres">
      <dgm:prSet presAssocID="{51F9BBCD-1E07-4E4A-BD52-2A435F2778B2}" presName="horz2" presStyleCnt="0"/>
      <dgm:spPr/>
    </dgm:pt>
    <dgm:pt modelId="{3B8CF8CD-E79B-4584-92BD-A8566AF55A26}" type="pres">
      <dgm:prSet presAssocID="{51F9BBCD-1E07-4E4A-BD52-2A435F2778B2}" presName="horzSpace2" presStyleCnt="0"/>
      <dgm:spPr/>
    </dgm:pt>
    <dgm:pt modelId="{5CDD963F-6F02-4CF6-9080-266A92DD85FD}" type="pres">
      <dgm:prSet presAssocID="{51F9BBCD-1E07-4E4A-BD52-2A435F2778B2}" presName="tx2" presStyleLbl="revTx" presStyleIdx="5" presStyleCnt="14"/>
      <dgm:spPr/>
    </dgm:pt>
    <dgm:pt modelId="{0D3BD572-118A-49D4-9401-505DEE162D7A}" type="pres">
      <dgm:prSet presAssocID="{51F9BBCD-1E07-4E4A-BD52-2A435F2778B2}" presName="vert2" presStyleCnt="0"/>
      <dgm:spPr/>
    </dgm:pt>
    <dgm:pt modelId="{D6C9AA29-33FC-4376-A5E0-67EA3501CFF0}" type="pres">
      <dgm:prSet presAssocID="{51F9BBCD-1E07-4E4A-BD52-2A435F2778B2}" presName="thinLine2b" presStyleLbl="callout" presStyleIdx="4" presStyleCnt="13"/>
      <dgm:spPr/>
    </dgm:pt>
    <dgm:pt modelId="{F03C2D23-B1A5-4BF7-A509-E8A500F72E74}" type="pres">
      <dgm:prSet presAssocID="{51F9BBCD-1E07-4E4A-BD52-2A435F2778B2}" presName="vertSpace2b" presStyleCnt="0"/>
      <dgm:spPr/>
    </dgm:pt>
    <dgm:pt modelId="{4F084109-A268-4862-AF2C-1852FFAABAB4}" type="pres">
      <dgm:prSet presAssocID="{1823737D-F982-47F9-8CF8-D9B2AC021242}" presName="horz2" presStyleCnt="0"/>
      <dgm:spPr/>
    </dgm:pt>
    <dgm:pt modelId="{925261E8-96C2-4B1D-AE05-9A33B2B117D0}" type="pres">
      <dgm:prSet presAssocID="{1823737D-F982-47F9-8CF8-D9B2AC021242}" presName="horzSpace2" presStyleCnt="0"/>
      <dgm:spPr/>
    </dgm:pt>
    <dgm:pt modelId="{4032EE45-DCDF-483A-B7A3-69D541063E06}" type="pres">
      <dgm:prSet presAssocID="{1823737D-F982-47F9-8CF8-D9B2AC021242}" presName="tx2" presStyleLbl="revTx" presStyleIdx="6" presStyleCnt="14"/>
      <dgm:spPr/>
    </dgm:pt>
    <dgm:pt modelId="{627D0059-280E-4F77-A1DF-1C6599F5BEBD}" type="pres">
      <dgm:prSet presAssocID="{1823737D-F982-47F9-8CF8-D9B2AC021242}" presName="vert2" presStyleCnt="0"/>
      <dgm:spPr/>
    </dgm:pt>
    <dgm:pt modelId="{50943A30-B035-4424-850B-6AFCD994189E}" type="pres">
      <dgm:prSet presAssocID="{1823737D-F982-47F9-8CF8-D9B2AC021242}" presName="thinLine2b" presStyleLbl="callout" presStyleIdx="5" presStyleCnt="13"/>
      <dgm:spPr/>
    </dgm:pt>
    <dgm:pt modelId="{6D2EA348-00F0-4878-B2A4-426769921640}" type="pres">
      <dgm:prSet presAssocID="{1823737D-F982-47F9-8CF8-D9B2AC021242}" presName="vertSpace2b" presStyleCnt="0"/>
      <dgm:spPr/>
    </dgm:pt>
    <dgm:pt modelId="{543E5667-982A-47E4-B3BD-D3EECDD5278E}" type="pres">
      <dgm:prSet presAssocID="{38BA4999-D0BC-43E2-8008-D9D1AC48E483}" presName="horz2" presStyleCnt="0"/>
      <dgm:spPr/>
    </dgm:pt>
    <dgm:pt modelId="{56AE6A98-59EB-4D0B-BE80-A758B06B4779}" type="pres">
      <dgm:prSet presAssocID="{38BA4999-D0BC-43E2-8008-D9D1AC48E483}" presName="horzSpace2" presStyleCnt="0"/>
      <dgm:spPr/>
    </dgm:pt>
    <dgm:pt modelId="{D823D57F-72E3-40CE-93C0-671B5239E72D}" type="pres">
      <dgm:prSet presAssocID="{38BA4999-D0BC-43E2-8008-D9D1AC48E483}" presName="tx2" presStyleLbl="revTx" presStyleIdx="7" presStyleCnt="14"/>
      <dgm:spPr/>
    </dgm:pt>
    <dgm:pt modelId="{16694332-2030-4E07-8EB8-0E8D627FB8DE}" type="pres">
      <dgm:prSet presAssocID="{38BA4999-D0BC-43E2-8008-D9D1AC48E483}" presName="vert2" presStyleCnt="0"/>
      <dgm:spPr/>
    </dgm:pt>
    <dgm:pt modelId="{A8E8BACF-F699-48AB-A0B9-7FC6EE1A2ECA}" type="pres">
      <dgm:prSet presAssocID="{38BA4999-D0BC-43E2-8008-D9D1AC48E483}" presName="thinLine2b" presStyleLbl="callout" presStyleIdx="6" presStyleCnt="13"/>
      <dgm:spPr/>
    </dgm:pt>
    <dgm:pt modelId="{03AC5AC1-FE08-49EC-8AEB-A27BC57A604D}" type="pres">
      <dgm:prSet presAssocID="{38BA4999-D0BC-43E2-8008-D9D1AC48E483}" presName="vertSpace2b" presStyleCnt="0"/>
      <dgm:spPr/>
    </dgm:pt>
    <dgm:pt modelId="{6CEA9DEB-C751-4AE3-A0C9-238F939980CA}" type="pres">
      <dgm:prSet presAssocID="{40CA9EF0-7D27-4D39-82B7-D862C286514C}" presName="horz2" presStyleCnt="0"/>
      <dgm:spPr/>
    </dgm:pt>
    <dgm:pt modelId="{7018D084-ACC4-4C47-A44F-6578A058B30A}" type="pres">
      <dgm:prSet presAssocID="{40CA9EF0-7D27-4D39-82B7-D862C286514C}" presName="horzSpace2" presStyleCnt="0"/>
      <dgm:spPr/>
    </dgm:pt>
    <dgm:pt modelId="{367A1F6F-8C92-438A-9F8C-3CB5A48FA716}" type="pres">
      <dgm:prSet presAssocID="{40CA9EF0-7D27-4D39-82B7-D862C286514C}" presName="tx2" presStyleLbl="revTx" presStyleIdx="8" presStyleCnt="14"/>
      <dgm:spPr/>
    </dgm:pt>
    <dgm:pt modelId="{72541019-7425-4E0E-9B90-D06439B069FA}" type="pres">
      <dgm:prSet presAssocID="{40CA9EF0-7D27-4D39-82B7-D862C286514C}" presName="vert2" presStyleCnt="0"/>
      <dgm:spPr/>
    </dgm:pt>
    <dgm:pt modelId="{4C926F90-0404-4CD0-A118-EAA06C29BFA3}" type="pres">
      <dgm:prSet presAssocID="{40CA9EF0-7D27-4D39-82B7-D862C286514C}" presName="thinLine2b" presStyleLbl="callout" presStyleIdx="7" presStyleCnt="13"/>
      <dgm:spPr/>
    </dgm:pt>
    <dgm:pt modelId="{223356B4-E711-4420-A661-A7A4513F77C9}" type="pres">
      <dgm:prSet presAssocID="{40CA9EF0-7D27-4D39-82B7-D862C286514C}" presName="vertSpace2b" presStyleCnt="0"/>
      <dgm:spPr/>
    </dgm:pt>
    <dgm:pt modelId="{9AE9D079-09E1-4014-A460-6300DC2FA71F}" type="pres">
      <dgm:prSet presAssocID="{998C22E0-625B-4F07-8730-752EDC7E7A22}" presName="horz2" presStyleCnt="0"/>
      <dgm:spPr/>
    </dgm:pt>
    <dgm:pt modelId="{5460DC8C-9DCF-46BD-8525-488E65CE117D}" type="pres">
      <dgm:prSet presAssocID="{998C22E0-625B-4F07-8730-752EDC7E7A22}" presName="horzSpace2" presStyleCnt="0"/>
      <dgm:spPr/>
    </dgm:pt>
    <dgm:pt modelId="{5F11C853-75AC-4FA4-A3FE-3F60212776FF}" type="pres">
      <dgm:prSet presAssocID="{998C22E0-625B-4F07-8730-752EDC7E7A22}" presName="tx2" presStyleLbl="revTx" presStyleIdx="9" presStyleCnt="14"/>
      <dgm:spPr/>
    </dgm:pt>
    <dgm:pt modelId="{E960A3B5-8172-432D-9C57-7710B0975A71}" type="pres">
      <dgm:prSet presAssocID="{998C22E0-625B-4F07-8730-752EDC7E7A22}" presName="vert2" presStyleCnt="0"/>
      <dgm:spPr/>
    </dgm:pt>
    <dgm:pt modelId="{EE9A01D3-959F-45F8-9EBF-8581016D3B20}" type="pres">
      <dgm:prSet presAssocID="{998C22E0-625B-4F07-8730-752EDC7E7A22}" presName="thinLine2b" presStyleLbl="callout" presStyleIdx="8" presStyleCnt="13"/>
      <dgm:spPr/>
    </dgm:pt>
    <dgm:pt modelId="{F73058EA-EC72-4B83-BE38-F24306724E7F}" type="pres">
      <dgm:prSet presAssocID="{998C22E0-625B-4F07-8730-752EDC7E7A22}" presName="vertSpace2b" presStyleCnt="0"/>
      <dgm:spPr/>
    </dgm:pt>
    <dgm:pt modelId="{C7AFD741-5FED-466E-9A81-F0F66E69758D}" type="pres">
      <dgm:prSet presAssocID="{679C208B-37FB-49C9-816E-3A0A12E40FBB}" presName="horz2" presStyleCnt="0"/>
      <dgm:spPr/>
    </dgm:pt>
    <dgm:pt modelId="{4A9F8BB9-0EFB-41BB-A729-760BDF51E119}" type="pres">
      <dgm:prSet presAssocID="{679C208B-37FB-49C9-816E-3A0A12E40FBB}" presName="horzSpace2" presStyleCnt="0"/>
      <dgm:spPr/>
    </dgm:pt>
    <dgm:pt modelId="{7F17577A-C618-477D-A1D4-3043C36371CF}" type="pres">
      <dgm:prSet presAssocID="{679C208B-37FB-49C9-816E-3A0A12E40FBB}" presName="tx2" presStyleLbl="revTx" presStyleIdx="10" presStyleCnt="14"/>
      <dgm:spPr/>
    </dgm:pt>
    <dgm:pt modelId="{1D41B125-D9C5-4432-B71B-553493932D26}" type="pres">
      <dgm:prSet presAssocID="{679C208B-37FB-49C9-816E-3A0A12E40FBB}" presName="vert2" presStyleCnt="0"/>
      <dgm:spPr/>
    </dgm:pt>
    <dgm:pt modelId="{631D51DD-BAC4-40AB-82EA-6E812508FB4A}" type="pres">
      <dgm:prSet presAssocID="{679C208B-37FB-49C9-816E-3A0A12E40FBB}" presName="thinLine2b" presStyleLbl="callout" presStyleIdx="9" presStyleCnt="13"/>
      <dgm:spPr/>
    </dgm:pt>
    <dgm:pt modelId="{141C7C70-63D1-4827-A155-4865E3A7B774}" type="pres">
      <dgm:prSet presAssocID="{679C208B-37FB-49C9-816E-3A0A12E40FBB}" presName="vertSpace2b" presStyleCnt="0"/>
      <dgm:spPr/>
    </dgm:pt>
    <dgm:pt modelId="{738EEE24-9C5F-4576-BCF7-5E15DB11F3AB}" type="pres">
      <dgm:prSet presAssocID="{DDB2B2AA-D428-4EBC-9AA5-2B45BD3895A9}" presName="horz2" presStyleCnt="0"/>
      <dgm:spPr/>
    </dgm:pt>
    <dgm:pt modelId="{12452A3E-2E9C-4542-B43F-6E993CE475EF}" type="pres">
      <dgm:prSet presAssocID="{DDB2B2AA-D428-4EBC-9AA5-2B45BD3895A9}" presName="horzSpace2" presStyleCnt="0"/>
      <dgm:spPr/>
    </dgm:pt>
    <dgm:pt modelId="{60C2B959-66FF-4407-AEFA-8EDBED82064E}" type="pres">
      <dgm:prSet presAssocID="{DDB2B2AA-D428-4EBC-9AA5-2B45BD3895A9}" presName="tx2" presStyleLbl="revTx" presStyleIdx="11" presStyleCnt="14"/>
      <dgm:spPr/>
    </dgm:pt>
    <dgm:pt modelId="{74B5F9C3-C38E-4D1F-8976-49725EB7FB93}" type="pres">
      <dgm:prSet presAssocID="{DDB2B2AA-D428-4EBC-9AA5-2B45BD3895A9}" presName="vert2" presStyleCnt="0"/>
      <dgm:spPr/>
    </dgm:pt>
    <dgm:pt modelId="{CA9FE242-40D1-418F-92BE-88F07AFD1F9F}" type="pres">
      <dgm:prSet presAssocID="{DDB2B2AA-D428-4EBC-9AA5-2B45BD3895A9}" presName="thinLine2b" presStyleLbl="callout" presStyleIdx="10" presStyleCnt="13"/>
      <dgm:spPr/>
    </dgm:pt>
    <dgm:pt modelId="{1EC84095-C7CA-490A-B01F-54E45A7D470E}" type="pres">
      <dgm:prSet presAssocID="{DDB2B2AA-D428-4EBC-9AA5-2B45BD3895A9}" presName="vertSpace2b" presStyleCnt="0"/>
      <dgm:spPr/>
    </dgm:pt>
    <dgm:pt modelId="{EEEC71DA-A33D-4787-9577-08C9BB9D8427}" type="pres">
      <dgm:prSet presAssocID="{3D290D2C-9527-4577-A9BB-C6EDEAA6C138}" presName="horz2" presStyleCnt="0"/>
      <dgm:spPr/>
    </dgm:pt>
    <dgm:pt modelId="{CF7117B3-F077-48EE-BFEE-48609702E13D}" type="pres">
      <dgm:prSet presAssocID="{3D290D2C-9527-4577-A9BB-C6EDEAA6C138}" presName="horzSpace2" presStyleCnt="0"/>
      <dgm:spPr/>
    </dgm:pt>
    <dgm:pt modelId="{6C2BA0CB-F75E-459A-953B-23B22D7F4239}" type="pres">
      <dgm:prSet presAssocID="{3D290D2C-9527-4577-A9BB-C6EDEAA6C138}" presName="tx2" presStyleLbl="revTx" presStyleIdx="12" presStyleCnt="14"/>
      <dgm:spPr/>
    </dgm:pt>
    <dgm:pt modelId="{DF30CC87-9E5C-4F89-B6B3-8016FE4878BE}" type="pres">
      <dgm:prSet presAssocID="{3D290D2C-9527-4577-A9BB-C6EDEAA6C138}" presName="vert2" presStyleCnt="0"/>
      <dgm:spPr/>
    </dgm:pt>
    <dgm:pt modelId="{DB4FC683-5839-47A7-A9DA-AD20FA4E2379}" type="pres">
      <dgm:prSet presAssocID="{3D290D2C-9527-4577-A9BB-C6EDEAA6C138}" presName="thinLine2b" presStyleLbl="callout" presStyleIdx="11" presStyleCnt="13"/>
      <dgm:spPr/>
    </dgm:pt>
    <dgm:pt modelId="{E68371FA-8F39-4740-9D74-28FCA5E7DAF5}" type="pres">
      <dgm:prSet presAssocID="{3D290D2C-9527-4577-A9BB-C6EDEAA6C138}" presName="vertSpace2b" presStyleCnt="0"/>
      <dgm:spPr/>
    </dgm:pt>
    <dgm:pt modelId="{0A3EA4CD-ECB0-48E7-A5F6-67374DE5EA9B}" type="pres">
      <dgm:prSet presAssocID="{85CAA3D1-BD75-4775-83A8-3E2BDCE98D09}" presName="horz2" presStyleCnt="0"/>
      <dgm:spPr/>
    </dgm:pt>
    <dgm:pt modelId="{65DC01A8-4B08-4A41-9653-220E2B1D792F}" type="pres">
      <dgm:prSet presAssocID="{85CAA3D1-BD75-4775-83A8-3E2BDCE98D09}" presName="horzSpace2" presStyleCnt="0"/>
      <dgm:spPr/>
    </dgm:pt>
    <dgm:pt modelId="{DF678112-9B47-48AC-BFFE-1B04A13A9690}" type="pres">
      <dgm:prSet presAssocID="{85CAA3D1-BD75-4775-83A8-3E2BDCE98D09}" presName="tx2" presStyleLbl="revTx" presStyleIdx="13" presStyleCnt="14"/>
      <dgm:spPr/>
    </dgm:pt>
    <dgm:pt modelId="{B7A3A1BB-86F0-4B69-A902-C1ED573EFCF2}" type="pres">
      <dgm:prSet presAssocID="{85CAA3D1-BD75-4775-83A8-3E2BDCE98D09}" presName="vert2" presStyleCnt="0"/>
      <dgm:spPr/>
    </dgm:pt>
    <dgm:pt modelId="{F96292AD-8289-4960-B54A-73F7E4182CF2}" type="pres">
      <dgm:prSet presAssocID="{85CAA3D1-BD75-4775-83A8-3E2BDCE98D09}" presName="thinLine2b" presStyleLbl="callout" presStyleIdx="12" presStyleCnt="13"/>
      <dgm:spPr/>
    </dgm:pt>
    <dgm:pt modelId="{CE894FD7-2F1A-4B06-A23F-3D53F7A7617E}" type="pres">
      <dgm:prSet presAssocID="{85CAA3D1-BD75-4775-83A8-3E2BDCE98D09}" presName="vertSpace2b" presStyleCnt="0"/>
      <dgm:spPr/>
    </dgm:pt>
  </dgm:ptLst>
  <dgm:cxnLst>
    <dgm:cxn modelId="{37F5070B-8081-42A9-B85C-834F15BAFBBD}" srcId="{A2D835C7-F139-4403-BC21-CBEF856138C9}" destId="{998C22E0-625B-4F07-8730-752EDC7E7A22}" srcOrd="8" destOrd="0" parTransId="{0E4A5967-1E25-4079-A15D-D8029544B099}" sibTransId="{6E5254E4-64D5-4255-92EC-DC9279992B4A}"/>
    <dgm:cxn modelId="{3E2C0A0D-5959-44E9-A94A-EFCA5A13A4EE}" type="presOf" srcId="{6929F607-5D3C-401C-B801-6A05A7FF82DF}" destId="{D24CB381-AC06-483C-A5A7-A0F36885C79E}" srcOrd="0" destOrd="0" presId="urn:microsoft.com/office/officeart/2008/layout/LinedList"/>
    <dgm:cxn modelId="{0609E70E-103D-4565-9990-1BC0E583DB6F}" type="presOf" srcId="{1823737D-F982-47F9-8CF8-D9B2AC021242}" destId="{4032EE45-DCDF-483A-B7A3-69D541063E06}" srcOrd="0" destOrd="0" presId="urn:microsoft.com/office/officeart/2008/layout/LinedList"/>
    <dgm:cxn modelId="{4358C50F-C9A0-48F2-B01B-5157AC022A64}" srcId="{A2D835C7-F139-4403-BC21-CBEF856138C9}" destId="{DDB2B2AA-D428-4EBC-9AA5-2B45BD3895A9}" srcOrd="10" destOrd="0" parTransId="{F2F6A748-9BDB-4F6E-83F2-9EAFDC8E9231}" sibTransId="{D2248604-5C09-4CA9-93F8-BBECA686FED2}"/>
    <dgm:cxn modelId="{03780C10-BDE5-4C2B-9533-ED207A7DBDC9}" type="presOf" srcId="{51F9BBCD-1E07-4E4A-BD52-2A435F2778B2}" destId="{5CDD963F-6F02-4CF6-9080-266A92DD85FD}" srcOrd="0" destOrd="0" presId="urn:microsoft.com/office/officeart/2008/layout/LinedList"/>
    <dgm:cxn modelId="{97C58414-FD5C-47AD-BAF0-FE07452C69DC}" srcId="{A2D835C7-F139-4403-BC21-CBEF856138C9}" destId="{1823737D-F982-47F9-8CF8-D9B2AC021242}" srcOrd="5" destOrd="0" parTransId="{638CB97B-01A4-4D90-B030-D46445E9B38C}" sibTransId="{C758DFB7-63FE-4B01-B28C-E6C39802F2AB}"/>
    <dgm:cxn modelId="{40FE8417-992E-4162-BDAE-9FD03F3EE81D}" type="presOf" srcId="{85CAA3D1-BD75-4775-83A8-3E2BDCE98D09}" destId="{DF678112-9B47-48AC-BFFE-1B04A13A9690}" srcOrd="0" destOrd="0" presId="urn:microsoft.com/office/officeart/2008/layout/LinedList"/>
    <dgm:cxn modelId="{8DE21A1A-61FA-48AD-95F9-ED442C95D2AF}" type="presOf" srcId="{40CA9EF0-7D27-4D39-82B7-D862C286514C}" destId="{367A1F6F-8C92-438A-9F8C-3CB5A48FA716}" srcOrd="0" destOrd="0" presId="urn:microsoft.com/office/officeart/2008/layout/LinedList"/>
    <dgm:cxn modelId="{B704E221-8AA6-4C9B-BE6D-8D5D860E4907}" srcId="{A2D835C7-F139-4403-BC21-CBEF856138C9}" destId="{679C208B-37FB-49C9-816E-3A0A12E40FBB}" srcOrd="9" destOrd="0" parTransId="{96127706-27E2-4827-A32A-203F07479145}" sibTransId="{1CAC00B3-E8A9-4341-81F2-C4A94360DEDA}"/>
    <dgm:cxn modelId="{644A2C22-347F-4EAC-B0C5-6F805B001041}" type="presOf" srcId="{679C208B-37FB-49C9-816E-3A0A12E40FBB}" destId="{7F17577A-C618-477D-A1D4-3043C36371CF}" srcOrd="0" destOrd="0" presId="urn:microsoft.com/office/officeart/2008/layout/LinedList"/>
    <dgm:cxn modelId="{1666CA22-00B4-4C27-941C-34E126AAEC2F}" type="presOf" srcId="{B61EA575-8FB7-4B29-BD74-B9A5FF79A02E}" destId="{C6B88D79-1FA6-43DF-8955-EA85FF9C8537}" srcOrd="0" destOrd="0" presId="urn:microsoft.com/office/officeart/2008/layout/LinedList"/>
    <dgm:cxn modelId="{404AAB23-8341-4F3C-93E5-60A3CA521213}" srcId="{A2D835C7-F139-4403-BC21-CBEF856138C9}" destId="{85CAA3D1-BD75-4775-83A8-3E2BDCE98D09}" srcOrd="12" destOrd="0" parTransId="{5B326E55-8269-499E-9615-47C28DF2BBFD}" sibTransId="{28678DCC-6869-4905-8D6D-56C9E3AC427F}"/>
    <dgm:cxn modelId="{26444724-4969-4EA3-81DE-888F769E4A91}" type="presOf" srcId="{998C22E0-625B-4F07-8730-752EDC7E7A22}" destId="{5F11C853-75AC-4FA4-A3FE-3F60212776FF}" srcOrd="0" destOrd="0" presId="urn:microsoft.com/office/officeart/2008/layout/LinedList"/>
    <dgm:cxn modelId="{F80EBB25-A54B-40D5-995F-059DB8664063}" srcId="{A2D835C7-F139-4403-BC21-CBEF856138C9}" destId="{51F9BBCD-1E07-4E4A-BD52-2A435F2778B2}" srcOrd="4" destOrd="0" parTransId="{D02727BD-DEA9-4E4C-A04A-6BA6E05C21C5}" sibTransId="{B9280AAD-0CA4-4767-A6F3-4C325385A9CE}"/>
    <dgm:cxn modelId="{E62B672E-5FE5-456C-A8BA-84D164461B82}" type="presOf" srcId="{A2D835C7-F139-4403-BC21-CBEF856138C9}" destId="{16F2D4D8-4AF7-4462-ADB3-739D795B14EC}" srcOrd="0" destOrd="0" presId="urn:microsoft.com/office/officeart/2008/layout/LinedList"/>
    <dgm:cxn modelId="{0FF31333-E12D-4757-BBE4-0DB08E9D7B18}" type="presOf" srcId="{73591261-1827-4D8E-86EE-415E212E9F28}" destId="{402423F9-F611-4188-AC14-963247592000}" srcOrd="0" destOrd="0" presId="urn:microsoft.com/office/officeart/2008/layout/LinedList"/>
    <dgm:cxn modelId="{A854243C-ADC3-44AF-9ECC-31362C52BB99}" type="presOf" srcId="{014565A6-1C17-44FE-817C-BADFF6F366C7}" destId="{A94F9DEB-380C-4B8D-8E52-1EA4B339EA64}" srcOrd="0" destOrd="0" presId="urn:microsoft.com/office/officeart/2008/layout/LinedList"/>
    <dgm:cxn modelId="{72CD925F-D102-450C-8937-1E9F933267D1}" type="presOf" srcId="{DDB2B2AA-D428-4EBC-9AA5-2B45BD3895A9}" destId="{60C2B959-66FF-4407-AEFA-8EDBED82064E}" srcOrd="0" destOrd="0" presId="urn:microsoft.com/office/officeart/2008/layout/LinedList"/>
    <dgm:cxn modelId="{6D839563-CEAE-41B2-A04C-01C1D83A5D65}" srcId="{A2D835C7-F139-4403-BC21-CBEF856138C9}" destId="{B61EA575-8FB7-4B29-BD74-B9A5FF79A02E}" srcOrd="2" destOrd="0" parTransId="{B92A065D-477B-427A-BBC6-AAACEC5A4D48}" sibTransId="{3E7CA5DD-79AF-40FE-93A2-5E405FB2C69A}"/>
    <dgm:cxn modelId="{3A17B069-A6D3-40A7-8C71-A1CCBBD8112F}" type="presOf" srcId="{38BA4999-D0BC-43E2-8008-D9D1AC48E483}" destId="{D823D57F-72E3-40CE-93C0-671B5239E72D}" srcOrd="0" destOrd="0" presId="urn:microsoft.com/office/officeart/2008/layout/LinedList"/>
    <dgm:cxn modelId="{D4180689-FD7F-4587-8338-60E8F08838C8}" srcId="{A2D835C7-F139-4403-BC21-CBEF856138C9}" destId="{73591261-1827-4D8E-86EE-415E212E9F28}" srcOrd="0" destOrd="0" parTransId="{ED49AF75-5617-4989-82A9-C1555F31EE7E}" sibTransId="{33169422-352D-4634-8B65-6A40BF40EC5D}"/>
    <dgm:cxn modelId="{F6A1A78D-56A3-4B71-A84E-50DFF564854C}" srcId="{A2D835C7-F139-4403-BC21-CBEF856138C9}" destId="{014565A6-1C17-44FE-817C-BADFF6F366C7}" srcOrd="1" destOrd="0" parTransId="{B9EF3EE0-2DF0-40B7-A2CD-2B2B6C495BAF}" sibTransId="{2FFDBF7A-FD4B-4F85-8C3E-3DE4A3604013}"/>
    <dgm:cxn modelId="{5453CDA9-0F41-48D7-9325-4BAAEA2396C5}" srcId="{6929F607-5D3C-401C-B801-6A05A7FF82DF}" destId="{A2D835C7-F139-4403-BC21-CBEF856138C9}" srcOrd="0" destOrd="0" parTransId="{D1EB0C3C-828F-497A-81F4-14AA99CB66EE}" sibTransId="{9DB066E3-D57F-4F05-A593-939425067310}"/>
    <dgm:cxn modelId="{DB4D35C7-6B26-4DB6-B4D7-2792AF2A829D}" type="presOf" srcId="{6D6CAB6D-4AEC-4DCE-8B76-CF43B3F66B1F}" destId="{A28B8BBD-4314-412F-8382-85817467F670}" srcOrd="0" destOrd="0" presId="urn:microsoft.com/office/officeart/2008/layout/LinedList"/>
    <dgm:cxn modelId="{3F957BD0-6ADE-438D-AC65-D1C30E29B06F}" srcId="{A2D835C7-F139-4403-BC21-CBEF856138C9}" destId="{40CA9EF0-7D27-4D39-82B7-D862C286514C}" srcOrd="7" destOrd="0" parTransId="{9CCD5419-DAF0-4D91-AF3A-ABA87C598942}" sibTransId="{2BCFEA87-B39B-4CEF-80C0-8127E659739F}"/>
    <dgm:cxn modelId="{45442AD7-CCC3-471E-B5B1-81DC8FF9001B}" srcId="{A2D835C7-F139-4403-BC21-CBEF856138C9}" destId="{3D290D2C-9527-4577-A9BB-C6EDEAA6C138}" srcOrd="11" destOrd="0" parTransId="{A5C3F582-33B8-4322-9976-DF027A7EDF95}" sibTransId="{B837D047-F3C7-447D-A156-FBEF27C1C7A5}"/>
    <dgm:cxn modelId="{552C16E7-E75A-4079-9DE0-16716F4A598F}" srcId="{A2D835C7-F139-4403-BC21-CBEF856138C9}" destId="{38BA4999-D0BC-43E2-8008-D9D1AC48E483}" srcOrd="6" destOrd="0" parTransId="{3AD3EF0D-95DF-42ED-A45F-012D0681910F}" sibTransId="{31C996DF-8FC2-4F73-BE90-D163382426CF}"/>
    <dgm:cxn modelId="{B6C293F1-3F4C-455C-9ADC-CBB9038A4273}" type="presOf" srcId="{3D290D2C-9527-4577-A9BB-C6EDEAA6C138}" destId="{6C2BA0CB-F75E-459A-953B-23B22D7F4239}" srcOrd="0" destOrd="0" presId="urn:microsoft.com/office/officeart/2008/layout/LinedList"/>
    <dgm:cxn modelId="{CD8F2FF7-1370-4D2C-9A0A-8D0499DBBC25}" srcId="{A2D835C7-F139-4403-BC21-CBEF856138C9}" destId="{6D6CAB6D-4AEC-4DCE-8B76-CF43B3F66B1F}" srcOrd="3" destOrd="0" parTransId="{2570504F-2BE7-4B6A-9BB2-4B711933252F}" sibTransId="{64F615AC-7FD1-404E-8713-916B4182C5F4}"/>
    <dgm:cxn modelId="{523C5B1A-2BD4-404E-8A4A-1B6914D1A1F6}" type="presParOf" srcId="{D24CB381-AC06-483C-A5A7-A0F36885C79E}" destId="{DD25776E-3309-4E61-B6DB-CFD615955829}" srcOrd="0" destOrd="0" presId="urn:microsoft.com/office/officeart/2008/layout/LinedList"/>
    <dgm:cxn modelId="{E64E88D7-7FE8-46AA-98A1-448B481DE2F4}" type="presParOf" srcId="{D24CB381-AC06-483C-A5A7-A0F36885C79E}" destId="{63889DBC-30E4-4096-A867-2C15574B9401}" srcOrd="1" destOrd="0" presId="urn:microsoft.com/office/officeart/2008/layout/LinedList"/>
    <dgm:cxn modelId="{8F82A789-6065-4B71-A818-588EEE967EAA}" type="presParOf" srcId="{63889DBC-30E4-4096-A867-2C15574B9401}" destId="{16F2D4D8-4AF7-4462-ADB3-739D795B14EC}" srcOrd="0" destOrd="0" presId="urn:microsoft.com/office/officeart/2008/layout/LinedList"/>
    <dgm:cxn modelId="{C7819633-05B8-45C0-B183-5EF247F070FC}" type="presParOf" srcId="{63889DBC-30E4-4096-A867-2C15574B9401}" destId="{0AE9883D-B3CB-4CF3-9606-3E928C68D2CD}" srcOrd="1" destOrd="0" presId="urn:microsoft.com/office/officeart/2008/layout/LinedList"/>
    <dgm:cxn modelId="{D70E7248-5166-4DC8-81ED-2ECCB20458F5}" type="presParOf" srcId="{0AE9883D-B3CB-4CF3-9606-3E928C68D2CD}" destId="{36C92BA5-CC7F-4ED6-A3D4-D0C91D91F1E5}" srcOrd="0" destOrd="0" presId="urn:microsoft.com/office/officeart/2008/layout/LinedList"/>
    <dgm:cxn modelId="{5FADC1DC-0640-4D8A-908F-9ED16F3B6C65}" type="presParOf" srcId="{0AE9883D-B3CB-4CF3-9606-3E928C68D2CD}" destId="{E167CE5B-2A54-497C-9D70-6F4781A4B36D}" srcOrd="1" destOrd="0" presId="urn:microsoft.com/office/officeart/2008/layout/LinedList"/>
    <dgm:cxn modelId="{2F0B3214-7DD7-419B-8287-7ABE740AEA3B}" type="presParOf" srcId="{E167CE5B-2A54-497C-9D70-6F4781A4B36D}" destId="{91E6077E-BA2E-4187-B26A-3CA0342E2B4B}" srcOrd="0" destOrd="0" presId="urn:microsoft.com/office/officeart/2008/layout/LinedList"/>
    <dgm:cxn modelId="{B85F919C-9538-4568-ADC7-E472BD0DFDE4}" type="presParOf" srcId="{E167CE5B-2A54-497C-9D70-6F4781A4B36D}" destId="{402423F9-F611-4188-AC14-963247592000}" srcOrd="1" destOrd="0" presId="urn:microsoft.com/office/officeart/2008/layout/LinedList"/>
    <dgm:cxn modelId="{F783DC46-D225-47BA-BFD4-88F8D3B8545A}" type="presParOf" srcId="{E167CE5B-2A54-497C-9D70-6F4781A4B36D}" destId="{E1557ED0-95CD-40B4-8E4B-51C0030BB0F4}" srcOrd="2" destOrd="0" presId="urn:microsoft.com/office/officeart/2008/layout/LinedList"/>
    <dgm:cxn modelId="{8596D534-6536-4AF7-A4DB-D87C8C126689}" type="presParOf" srcId="{0AE9883D-B3CB-4CF3-9606-3E928C68D2CD}" destId="{6C13125D-1781-4F8C-B3E2-B105DF1F9EC4}" srcOrd="2" destOrd="0" presId="urn:microsoft.com/office/officeart/2008/layout/LinedList"/>
    <dgm:cxn modelId="{C5E76718-758C-4C60-BDDC-B7A0CFDC1786}" type="presParOf" srcId="{0AE9883D-B3CB-4CF3-9606-3E928C68D2CD}" destId="{9D3FFFA1-F0F5-401A-8D51-2D0D077ED26F}" srcOrd="3" destOrd="0" presId="urn:microsoft.com/office/officeart/2008/layout/LinedList"/>
    <dgm:cxn modelId="{5E2F7553-EAFD-4ADB-AEB1-427DCD78FCA5}" type="presParOf" srcId="{0AE9883D-B3CB-4CF3-9606-3E928C68D2CD}" destId="{FA41D0CE-1364-48E4-B6C2-9EA3E77F94EE}" srcOrd="4" destOrd="0" presId="urn:microsoft.com/office/officeart/2008/layout/LinedList"/>
    <dgm:cxn modelId="{CF6A0423-EE64-4F8F-A655-9476D270725E}" type="presParOf" srcId="{FA41D0CE-1364-48E4-B6C2-9EA3E77F94EE}" destId="{34459B5C-8FAA-45F4-9501-DC165954052D}" srcOrd="0" destOrd="0" presId="urn:microsoft.com/office/officeart/2008/layout/LinedList"/>
    <dgm:cxn modelId="{C2098537-3928-4683-B549-A4F645059157}" type="presParOf" srcId="{FA41D0CE-1364-48E4-B6C2-9EA3E77F94EE}" destId="{A94F9DEB-380C-4B8D-8E52-1EA4B339EA64}" srcOrd="1" destOrd="0" presId="urn:microsoft.com/office/officeart/2008/layout/LinedList"/>
    <dgm:cxn modelId="{CA4A324F-3C24-4ECB-B733-2483F1C8DBB6}" type="presParOf" srcId="{FA41D0CE-1364-48E4-B6C2-9EA3E77F94EE}" destId="{3E3999DF-EB41-4E6B-BA78-3053D8A0CDE7}" srcOrd="2" destOrd="0" presId="urn:microsoft.com/office/officeart/2008/layout/LinedList"/>
    <dgm:cxn modelId="{7B96FAD0-9D4A-4DE6-B9B5-B8A6975611B9}" type="presParOf" srcId="{0AE9883D-B3CB-4CF3-9606-3E928C68D2CD}" destId="{70B93415-2496-4F05-95F2-9294056DB2B5}" srcOrd="5" destOrd="0" presId="urn:microsoft.com/office/officeart/2008/layout/LinedList"/>
    <dgm:cxn modelId="{2CA9EE9E-8E59-48E6-B6F4-C51138A3B98A}" type="presParOf" srcId="{0AE9883D-B3CB-4CF3-9606-3E928C68D2CD}" destId="{10CCA1D6-FCC7-4E58-9907-A4C4E1E9B8CA}" srcOrd="6" destOrd="0" presId="urn:microsoft.com/office/officeart/2008/layout/LinedList"/>
    <dgm:cxn modelId="{F1B05DDE-8290-468D-ADFE-EE5368C7AC37}" type="presParOf" srcId="{0AE9883D-B3CB-4CF3-9606-3E928C68D2CD}" destId="{756AFD1F-8B85-4313-BDF9-C9D5FA2272E7}" srcOrd="7" destOrd="0" presId="urn:microsoft.com/office/officeart/2008/layout/LinedList"/>
    <dgm:cxn modelId="{21EFE444-3095-4914-9595-A3918AFC6819}" type="presParOf" srcId="{756AFD1F-8B85-4313-BDF9-C9D5FA2272E7}" destId="{61682795-11EC-44A7-A43E-ABCF65BB3886}" srcOrd="0" destOrd="0" presId="urn:microsoft.com/office/officeart/2008/layout/LinedList"/>
    <dgm:cxn modelId="{AC94911E-9137-4207-9594-6B4E1AF281E9}" type="presParOf" srcId="{756AFD1F-8B85-4313-BDF9-C9D5FA2272E7}" destId="{C6B88D79-1FA6-43DF-8955-EA85FF9C8537}" srcOrd="1" destOrd="0" presId="urn:microsoft.com/office/officeart/2008/layout/LinedList"/>
    <dgm:cxn modelId="{3F17EDEF-C2BF-40D0-B91A-155AC9649B3C}" type="presParOf" srcId="{756AFD1F-8B85-4313-BDF9-C9D5FA2272E7}" destId="{68416189-E077-418B-BF9F-8FF3805EB5B4}" srcOrd="2" destOrd="0" presId="urn:microsoft.com/office/officeart/2008/layout/LinedList"/>
    <dgm:cxn modelId="{28E87A84-10E5-405E-9E76-503ADEAC8786}" type="presParOf" srcId="{0AE9883D-B3CB-4CF3-9606-3E928C68D2CD}" destId="{FDFCFA9A-C4F2-4323-A288-6DBF54664EC3}" srcOrd="8" destOrd="0" presId="urn:microsoft.com/office/officeart/2008/layout/LinedList"/>
    <dgm:cxn modelId="{88EB58D7-C5F9-4C63-AF6E-DC2687512731}" type="presParOf" srcId="{0AE9883D-B3CB-4CF3-9606-3E928C68D2CD}" destId="{D9BB4914-4D19-4B52-95FC-03E5B42AF3B4}" srcOrd="9" destOrd="0" presId="urn:microsoft.com/office/officeart/2008/layout/LinedList"/>
    <dgm:cxn modelId="{ECFC621D-A26C-4269-BE35-51DBCBFAF5B6}" type="presParOf" srcId="{0AE9883D-B3CB-4CF3-9606-3E928C68D2CD}" destId="{D31F4750-6E51-4488-9C87-DAAA36B11C86}" srcOrd="10" destOrd="0" presId="urn:microsoft.com/office/officeart/2008/layout/LinedList"/>
    <dgm:cxn modelId="{53502D18-581D-4432-B833-9410713A370C}" type="presParOf" srcId="{D31F4750-6E51-4488-9C87-DAAA36B11C86}" destId="{8043FBEE-1DC4-40EA-9EDA-BA1DAA2F11EB}" srcOrd="0" destOrd="0" presId="urn:microsoft.com/office/officeart/2008/layout/LinedList"/>
    <dgm:cxn modelId="{F675D7FD-1C92-428A-97DC-C53ECE3C6C2F}" type="presParOf" srcId="{D31F4750-6E51-4488-9C87-DAAA36B11C86}" destId="{A28B8BBD-4314-412F-8382-85817467F670}" srcOrd="1" destOrd="0" presId="urn:microsoft.com/office/officeart/2008/layout/LinedList"/>
    <dgm:cxn modelId="{BB9F9F9A-8A7D-4ABF-8FD2-60F26325515E}" type="presParOf" srcId="{D31F4750-6E51-4488-9C87-DAAA36B11C86}" destId="{5D61A5BD-85B0-45D1-A8B2-84709D16D51B}" srcOrd="2" destOrd="0" presId="urn:microsoft.com/office/officeart/2008/layout/LinedList"/>
    <dgm:cxn modelId="{1F25A585-7D20-499F-935E-B4A5B5562E55}" type="presParOf" srcId="{0AE9883D-B3CB-4CF3-9606-3E928C68D2CD}" destId="{C53753E3-1C51-4C47-A574-7CCF8DE10A4C}" srcOrd="11" destOrd="0" presId="urn:microsoft.com/office/officeart/2008/layout/LinedList"/>
    <dgm:cxn modelId="{D2F85540-54E8-4DA9-8E19-A17B24C283BD}" type="presParOf" srcId="{0AE9883D-B3CB-4CF3-9606-3E928C68D2CD}" destId="{6D4065CD-14F4-4C3C-9E89-8E0815A148F5}" srcOrd="12" destOrd="0" presId="urn:microsoft.com/office/officeart/2008/layout/LinedList"/>
    <dgm:cxn modelId="{5D56D97B-32E8-4C2F-97E1-CFCAF0868EDB}" type="presParOf" srcId="{0AE9883D-B3CB-4CF3-9606-3E928C68D2CD}" destId="{0BE8EF46-C62B-4537-84FE-A07923C61223}" srcOrd="13" destOrd="0" presId="urn:microsoft.com/office/officeart/2008/layout/LinedList"/>
    <dgm:cxn modelId="{85769A29-3D96-49D4-BE78-41D051C49888}" type="presParOf" srcId="{0BE8EF46-C62B-4537-84FE-A07923C61223}" destId="{3B8CF8CD-E79B-4584-92BD-A8566AF55A26}" srcOrd="0" destOrd="0" presId="urn:microsoft.com/office/officeart/2008/layout/LinedList"/>
    <dgm:cxn modelId="{3CC4D2F2-7481-4E92-9D34-FBAFD7E785BC}" type="presParOf" srcId="{0BE8EF46-C62B-4537-84FE-A07923C61223}" destId="{5CDD963F-6F02-4CF6-9080-266A92DD85FD}" srcOrd="1" destOrd="0" presId="urn:microsoft.com/office/officeart/2008/layout/LinedList"/>
    <dgm:cxn modelId="{6AA45CD1-BB7A-4D0C-B85C-93A90646438C}" type="presParOf" srcId="{0BE8EF46-C62B-4537-84FE-A07923C61223}" destId="{0D3BD572-118A-49D4-9401-505DEE162D7A}" srcOrd="2" destOrd="0" presId="urn:microsoft.com/office/officeart/2008/layout/LinedList"/>
    <dgm:cxn modelId="{D96C5331-AF74-4E16-ADDF-B11E356472CE}" type="presParOf" srcId="{0AE9883D-B3CB-4CF3-9606-3E928C68D2CD}" destId="{D6C9AA29-33FC-4376-A5E0-67EA3501CFF0}" srcOrd="14" destOrd="0" presId="urn:microsoft.com/office/officeart/2008/layout/LinedList"/>
    <dgm:cxn modelId="{C2ACCB6A-E692-4B33-A066-CB1C9E53357D}" type="presParOf" srcId="{0AE9883D-B3CB-4CF3-9606-3E928C68D2CD}" destId="{F03C2D23-B1A5-4BF7-A509-E8A500F72E74}" srcOrd="15" destOrd="0" presId="urn:microsoft.com/office/officeart/2008/layout/LinedList"/>
    <dgm:cxn modelId="{5CDE68CE-8C12-4FF3-9E9D-E82D5DC3F2BA}" type="presParOf" srcId="{0AE9883D-B3CB-4CF3-9606-3E928C68D2CD}" destId="{4F084109-A268-4862-AF2C-1852FFAABAB4}" srcOrd="16" destOrd="0" presId="urn:microsoft.com/office/officeart/2008/layout/LinedList"/>
    <dgm:cxn modelId="{675C8725-09A8-4633-982B-7E4C35C3333A}" type="presParOf" srcId="{4F084109-A268-4862-AF2C-1852FFAABAB4}" destId="{925261E8-96C2-4B1D-AE05-9A33B2B117D0}" srcOrd="0" destOrd="0" presId="urn:microsoft.com/office/officeart/2008/layout/LinedList"/>
    <dgm:cxn modelId="{4FFDAD2F-E9B6-40DA-978B-0B198C1C85D8}" type="presParOf" srcId="{4F084109-A268-4862-AF2C-1852FFAABAB4}" destId="{4032EE45-DCDF-483A-B7A3-69D541063E06}" srcOrd="1" destOrd="0" presId="urn:microsoft.com/office/officeart/2008/layout/LinedList"/>
    <dgm:cxn modelId="{D4285AC5-555E-4594-B912-06856EFEDF96}" type="presParOf" srcId="{4F084109-A268-4862-AF2C-1852FFAABAB4}" destId="{627D0059-280E-4F77-A1DF-1C6599F5BEBD}" srcOrd="2" destOrd="0" presId="urn:microsoft.com/office/officeart/2008/layout/LinedList"/>
    <dgm:cxn modelId="{60D7B50B-B39C-4CCF-9A75-97B1E2261510}" type="presParOf" srcId="{0AE9883D-B3CB-4CF3-9606-3E928C68D2CD}" destId="{50943A30-B035-4424-850B-6AFCD994189E}" srcOrd="17" destOrd="0" presId="urn:microsoft.com/office/officeart/2008/layout/LinedList"/>
    <dgm:cxn modelId="{85CEBCDF-FADE-42D8-A397-298288151501}" type="presParOf" srcId="{0AE9883D-B3CB-4CF3-9606-3E928C68D2CD}" destId="{6D2EA348-00F0-4878-B2A4-426769921640}" srcOrd="18" destOrd="0" presId="urn:microsoft.com/office/officeart/2008/layout/LinedList"/>
    <dgm:cxn modelId="{08C2CF0A-95AD-47FE-AB84-93ED2E1664CC}" type="presParOf" srcId="{0AE9883D-B3CB-4CF3-9606-3E928C68D2CD}" destId="{543E5667-982A-47E4-B3BD-D3EECDD5278E}" srcOrd="19" destOrd="0" presId="urn:microsoft.com/office/officeart/2008/layout/LinedList"/>
    <dgm:cxn modelId="{060F1D30-81A7-45AE-9917-DB84CC7D6CE4}" type="presParOf" srcId="{543E5667-982A-47E4-B3BD-D3EECDD5278E}" destId="{56AE6A98-59EB-4D0B-BE80-A758B06B4779}" srcOrd="0" destOrd="0" presId="urn:microsoft.com/office/officeart/2008/layout/LinedList"/>
    <dgm:cxn modelId="{01C51794-DB15-435B-9A1A-463711F8BFBD}" type="presParOf" srcId="{543E5667-982A-47E4-B3BD-D3EECDD5278E}" destId="{D823D57F-72E3-40CE-93C0-671B5239E72D}" srcOrd="1" destOrd="0" presId="urn:microsoft.com/office/officeart/2008/layout/LinedList"/>
    <dgm:cxn modelId="{40CBF509-D95D-4E07-8DDC-A518A3B6A460}" type="presParOf" srcId="{543E5667-982A-47E4-B3BD-D3EECDD5278E}" destId="{16694332-2030-4E07-8EB8-0E8D627FB8DE}" srcOrd="2" destOrd="0" presId="urn:microsoft.com/office/officeart/2008/layout/LinedList"/>
    <dgm:cxn modelId="{26604346-1502-43D5-8D27-47F0042896F1}" type="presParOf" srcId="{0AE9883D-B3CB-4CF3-9606-3E928C68D2CD}" destId="{A8E8BACF-F699-48AB-A0B9-7FC6EE1A2ECA}" srcOrd="20" destOrd="0" presId="urn:microsoft.com/office/officeart/2008/layout/LinedList"/>
    <dgm:cxn modelId="{ACEA6F9B-993F-475F-801B-170ED7AE609E}" type="presParOf" srcId="{0AE9883D-B3CB-4CF3-9606-3E928C68D2CD}" destId="{03AC5AC1-FE08-49EC-8AEB-A27BC57A604D}" srcOrd="21" destOrd="0" presId="urn:microsoft.com/office/officeart/2008/layout/LinedList"/>
    <dgm:cxn modelId="{54AC11B8-48EC-4120-B98B-26A1D4793AF6}" type="presParOf" srcId="{0AE9883D-B3CB-4CF3-9606-3E928C68D2CD}" destId="{6CEA9DEB-C751-4AE3-A0C9-238F939980CA}" srcOrd="22" destOrd="0" presId="urn:microsoft.com/office/officeart/2008/layout/LinedList"/>
    <dgm:cxn modelId="{DA2095E8-73E0-4E38-9ECA-9B6A0D79CA08}" type="presParOf" srcId="{6CEA9DEB-C751-4AE3-A0C9-238F939980CA}" destId="{7018D084-ACC4-4C47-A44F-6578A058B30A}" srcOrd="0" destOrd="0" presId="urn:microsoft.com/office/officeart/2008/layout/LinedList"/>
    <dgm:cxn modelId="{A1520FE3-9F99-45ED-AA4E-868D39490810}" type="presParOf" srcId="{6CEA9DEB-C751-4AE3-A0C9-238F939980CA}" destId="{367A1F6F-8C92-438A-9F8C-3CB5A48FA716}" srcOrd="1" destOrd="0" presId="urn:microsoft.com/office/officeart/2008/layout/LinedList"/>
    <dgm:cxn modelId="{927F1C82-5DE9-46EE-A58F-D958AF326D07}" type="presParOf" srcId="{6CEA9DEB-C751-4AE3-A0C9-238F939980CA}" destId="{72541019-7425-4E0E-9B90-D06439B069FA}" srcOrd="2" destOrd="0" presId="urn:microsoft.com/office/officeart/2008/layout/LinedList"/>
    <dgm:cxn modelId="{3A57236D-2CDF-47FE-948A-8BEE1096C204}" type="presParOf" srcId="{0AE9883D-B3CB-4CF3-9606-3E928C68D2CD}" destId="{4C926F90-0404-4CD0-A118-EAA06C29BFA3}" srcOrd="23" destOrd="0" presId="urn:microsoft.com/office/officeart/2008/layout/LinedList"/>
    <dgm:cxn modelId="{B77B9E95-F469-4562-9D57-A48BBB670C33}" type="presParOf" srcId="{0AE9883D-B3CB-4CF3-9606-3E928C68D2CD}" destId="{223356B4-E711-4420-A661-A7A4513F77C9}" srcOrd="24" destOrd="0" presId="urn:microsoft.com/office/officeart/2008/layout/LinedList"/>
    <dgm:cxn modelId="{0B553D59-46CF-434B-AD4B-63387C25CA86}" type="presParOf" srcId="{0AE9883D-B3CB-4CF3-9606-3E928C68D2CD}" destId="{9AE9D079-09E1-4014-A460-6300DC2FA71F}" srcOrd="25" destOrd="0" presId="urn:microsoft.com/office/officeart/2008/layout/LinedList"/>
    <dgm:cxn modelId="{C0CD79DA-2147-47F2-84B5-A27464D43F8D}" type="presParOf" srcId="{9AE9D079-09E1-4014-A460-6300DC2FA71F}" destId="{5460DC8C-9DCF-46BD-8525-488E65CE117D}" srcOrd="0" destOrd="0" presId="urn:microsoft.com/office/officeart/2008/layout/LinedList"/>
    <dgm:cxn modelId="{1CEDDCEF-4BD7-4BF6-B3BE-54BBDAF0528A}" type="presParOf" srcId="{9AE9D079-09E1-4014-A460-6300DC2FA71F}" destId="{5F11C853-75AC-4FA4-A3FE-3F60212776FF}" srcOrd="1" destOrd="0" presId="urn:microsoft.com/office/officeart/2008/layout/LinedList"/>
    <dgm:cxn modelId="{1E3CC24E-8B71-4A1E-B3E8-A4E0E1799DE8}" type="presParOf" srcId="{9AE9D079-09E1-4014-A460-6300DC2FA71F}" destId="{E960A3B5-8172-432D-9C57-7710B0975A71}" srcOrd="2" destOrd="0" presId="urn:microsoft.com/office/officeart/2008/layout/LinedList"/>
    <dgm:cxn modelId="{1306480E-E249-4F3F-9F02-AE8D63AEDB40}" type="presParOf" srcId="{0AE9883D-B3CB-4CF3-9606-3E928C68D2CD}" destId="{EE9A01D3-959F-45F8-9EBF-8581016D3B20}" srcOrd="26" destOrd="0" presId="urn:microsoft.com/office/officeart/2008/layout/LinedList"/>
    <dgm:cxn modelId="{829B42BB-A42C-4432-A80A-34D62F6A4E48}" type="presParOf" srcId="{0AE9883D-B3CB-4CF3-9606-3E928C68D2CD}" destId="{F73058EA-EC72-4B83-BE38-F24306724E7F}" srcOrd="27" destOrd="0" presId="urn:microsoft.com/office/officeart/2008/layout/LinedList"/>
    <dgm:cxn modelId="{89F42374-A215-4701-AA36-6B428229644F}" type="presParOf" srcId="{0AE9883D-B3CB-4CF3-9606-3E928C68D2CD}" destId="{C7AFD741-5FED-466E-9A81-F0F66E69758D}" srcOrd="28" destOrd="0" presId="urn:microsoft.com/office/officeart/2008/layout/LinedList"/>
    <dgm:cxn modelId="{71FA9373-0105-4B1F-84A3-C11D793525FA}" type="presParOf" srcId="{C7AFD741-5FED-466E-9A81-F0F66E69758D}" destId="{4A9F8BB9-0EFB-41BB-A729-760BDF51E119}" srcOrd="0" destOrd="0" presId="urn:microsoft.com/office/officeart/2008/layout/LinedList"/>
    <dgm:cxn modelId="{2CFA99DC-953D-47F3-9699-72566D948ABC}" type="presParOf" srcId="{C7AFD741-5FED-466E-9A81-F0F66E69758D}" destId="{7F17577A-C618-477D-A1D4-3043C36371CF}" srcOrd="1" destOrd="0" presId="urn:microsoft.com/office/officeart/2008/layout/LinedList"/>
    <dgm:cxn modelId="{4AA8CE1C-BFEE-4453-A4B0-0591D0CBE214}" type="presParOf" srcId="{C7AFD741-5FED-466E-9A81-F0F66E69758D}" destId="{1D41B125-D9C5-4432-B71B-553493932D26}" srcOrd="2" destOrd="0" presId="urn:microsoft.com/office/officeart/2008/layout/LinedList"/>
    <dgm:cxn modelId="{22D692A7-D5A6-4AA8-95CC-755FBD03139B}" type="presParOf" srcId="{0AE9883D-B3CB-4CF3-9606-3E928C68D2CD}" destId="{631D51DD-BAC4-40AB-82EA-6E812508FB4A}" srcOrd="29" destOrd="0" presId="urn:microsoft.com/office/officeart/2008/layout/LinedList"/>
    <dgm:cxn modelId="{F072CC25-0E4E-4FE3-837B-92F04DF58D2B}" type="presParOf" srcId="{0AE9883D-B3CB-4CF3-9606-3E928C68D2CD}" destId="{141C7C70-63D1-4827-A155-4865E3A7B774}" srcOrd="30" destOrd="0" presId="urn:microsoft.com/office/officeart/2008/layout/LinedList"/>
    <dgm:cxn modelId="{7CB15A9D-2E2D-41CA-9E59-34FC91843FE8}" type="presParOf" srcId="{0AE9883D-B3CB-4CF3-9606-3E928C68D2CD}" destId="{738EEE24-9C5F-4576-BCF7-5E15DB11F3AB}" srcOrd="31" destOrd="0" presId="urn:microsoft.com/office/officeart/2008/layout/LinedList"/>
    <dgm:cxn modelId="{217C084E-1B39-4418-BBC5-9E4A7952E9CB}" type="presParOf" srcId="{738EEE24-9C5F-4576-BCF7-5E15DB11F3AB}" destId="{12452A3E-2E9C-4542-B43F-6E993CE475EF}" srcOrd="0" destOrd="0" presId="urn:microsoft.com/office/officeart/2008/layout/LinedList"/>
    <dgm:cxn modelId="{49F19C94-11C1-4BFE-A3B0-C88C14B8EC86}" type="presParOf" srcId="{738EEE24-9C5F-4576-BCF7-5E15DB11F3AB}" destId="{60C2B959-66FF-4407-AEFA-8EDBED82064E}" srcOrd="1" destOrd="0" presId="urn:microsoft.com/office/officeart/2008/layout/LinedList"/>
    <dgm:cxn modelId="{61987CAC-7499-4A3C-AA65-4D371621CB34}" type="presParOf" srcId="{738EEE24-9C5F-4576-BCF7-5E15DB11F3AB}" destId="{74B5F9C3-C38E-4D1F-8976-49725EB7FB93}" srcOrd="2" destOrd="0" presId="urn:microsoft.com/office/officeart/2008/layout/LinedList"/>
    <dgm:cxn modelId="{1717E53F-AC46-4B4D-9891-EB42BBFC4D55}" type="presParOf" srcId="{0AE9883D-B3CB-4CF3-9606-3E928C68D2CD}" destId="{CA9FE242-40D1-418F-92BE-88F07AFD1F9F}" srcOrd="32" destOrd="0" presId="urn:microsoft.com/office/officeart/2008/layout/LinedList"/>
    <dgm:cxn modelId="{5711FAC8-AE82-4FA8-80B8-82BE95413C35}" type="presParOf" srcId="{0AE9883D-B3CB-4CF3-9606-3E928C68D2CD}" destId="{1EC84095-C7CA-490A-B01F-54E45A7D470E}" srcOrd="33" destOrd="0" presId="urn:microsoft.com/office/officeart/2008/layout/LinedList"/>
    <dgm:cxn modelId="{F631DA33-B659-4E08-8876-171378E005DB}" type="presParOf" srcId="{0AE9883D-B3CB-4CF3-9606-3E928C68D2CD}" destId="{EEEC71DA-A33D-4787-9577-08C9BB9D8427}" srcOrd="34" destOrd="0" presId="urn:microsoft.com/office/officeart/2008/layout/LinedList"/>
    <dgm:cxn modelId="{2A66589D-243A-4658-9513-FBF85E19EA1E}" type="presParOf" srcId="{EEEC71DA-A33D-4787-9577-08C9BB9D8427}" destId="{CF7117B3-F077-48EE-BFEE-48609702E13D}" srcOrd="0" destOrd="0" presId="urn:microsoft.com/office/officeart/2008/layout/LinedList"/>
    <dgm:cxn modelId="{24D9268A-1B69-45B6-9327-FDBA4652DC5A}" type="presParOf" srcId="{EEEC71DA-A33D-4787-9577-08C9BB9D8427}" destId="{6C2BA0CB-F75E-459A-953B-23B22D7F4239}" srcOrd="1" destOrd="0" presId="urn:microsoft.com/office/officeart/2008/layout/LinedList"/>
    <dgm:cxn modelId="{89AF5672-46F6-46F8-9641-8802CBEF3062}" type="presParOf" srcId="{EEEC71DA-A33D-4787-9577-08C9BB9D8427}" destId="{DF30CC87-9E5C-4F89-B6B3-8016FE4878BE}" srcOrd="2" destOrd="0" presId="urn:microsoft.com/office/officeart/2008/layout/LinedList"/>
    <dgm:cxn modelId="{85B4F41D-7EB4-4FB8-9683-1923E546874A}" type="presParOf" srcId="{0AE9883D-B3CB-4CF3-9606-3E928C68D2CD}" destId="{DB4FC683-5839-47A7-A9DA-AD20FA4E2379}" srcOrd="35" destOrd="0" presId="urn:microsoft.com/office/officeart/2008/layout/LinedList"/>
    <dgm:cxn modelId="{0E255F98-E69A-4F3B-BD5B-9E0A8A10378A}" type="presParOf" srcId="{0AE9883D-B3CB-4CF3-9606-3E928C68D2CD}" destId="{E68371FA-8F39-4740-9D74-28FCA5E7DAF5}" srcOrd="36" destOrd="0" presId="urn:microsoft.com/office/officeart/2008/layout/LinedList"/>
    <dgm:cxn modelId="{913E935F-69C2-462A-B1D0-542B9AFAE692}" type="presParOf" srcId="{0AE9883D-B3CB-4CF3-9606-3E928C68D2CD}" destId="{0A3EA4CD-ECB0-48E7-A5F6-67374DE5EA9B}" srcOrd="37" destOrd="0" presId="urn:microsoft.com/office/officeart/2008/layout/LinedList"/>
    <dgm:cxn modelId="{05463DD3-5FD8-4D85-BA94-A387A87BE35E}" type="presParOf" srcId="{0A3EA4CD-ECB0-48E7-A5F6-67374DE5EA9B}" destId="{65DC01A8-4B08-4A41-9653-220E2B1D792F}" srcOrd="0" destOrd="0" presId="urn:microsoft.com/office/officeart/2008/layout/LinedList"/>
    <dgm:cxn modelId="{13166867-3C22-4654-A1FD-C2B7584DA129}" type="presParOf" srcId="{0A3EA4CD-ECB0-48E7-A5F6-67374DE5EA9B}" destId="{DF678112-9B47-48AC-BFFE-1B04A13A9690}" srcOrd="1" destOrd="0" presId="urn:microsoft.com/office/officeart/2008/layout/LinedList"/>
    <dgm:cxn modelId="{F3FD3581-58FB-44C8-A00F-DA86CCE5BD2A}" type="presParOf" srcId="{0A3EA4CD-ECB0-48E7-A5F6-67374DE5EA9B}" destId="{B7A3A1BB-86F0-4B69-A902-C1ED573EFCF2}" srcOrd="2" destOrd="0" presId="urn:microsoft.com/office/officeart/2008/layout/LinedList"/>
    <dgm:cxn modelId="{B4E60154-9846-4DCC-B9A9-EF14F9C2A5F9}" type="presParOf" srcId="{0AE9883D-B3CB-4CF3-9606-3E928C68D2CD}" destId="{F96292AD-8289-4960-B54A-73F7E4182CF2}" srcOrd="38" destOrd="0" presId="urn:microsoft.com/office/officeart/2008/layout/LinedList"/>
    <dgm:cxn modelId="{46F97350-1742-4EBD-A1D5-AE8BEA014971}" type="presParOf" srcId="{0AE9883D-B3CB-4CF3-9606-3E928C68D2CD}" destId="{CE894FD7-2F1A-4B06-A23F-3D53F7A7617E}" srcOrd="3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2D5D69-45D5-4906-90E6-CCE0A5EDB50E}"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F8FA0C16-B5D8-4C63-AC9B-24A7394B7414}">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csv library</a:t>
          </a:r>
          <a:r>
            <a:rPr lang="en-IN" dirty="0">
              <a:latin typeface="Times New Roman" panose="02020603050405020304" pitchFamily="18" charset="0"/>
              <a:cs typeface="Times New Roman" panose="02020603050405020304" pitchFamily="18" charset="0"/>
            </a:rPr>
            <a:t> — writes each transaction as a clean, structured row so the data can be read by Excel or Python itself.</a:t>
          </a:r>
          <a:endParaRPr lang="en-IN" dirty="0"/>
        </a:p>
      </dgm:t>
    </dgm:pt>
    <dgm:pt modelId="{9C5FF1AB-5B71-430A-B7C7-E6CDF5127963}" type="parTrans" cxnId="{F7475E77-798F-47C4-9E8E-53644668821F}">
      <dgm:prSet/>
      <dgm:spPr/>
      <dgm:t>
        <a:bodyPr/>
        <a:lstStyle/>
        <a:p>
          <a:endParaRPr lang="en-IN"/>
        </a:p>
      </dgm:t>
    </dgm:pt>
    <dgm:pt modelId="{DAE771BB-5F5B-41C9-BF0E-1FE952105764}" type="sibTrans" cxnId="{F7475E77-798F-47C4-9E8E-53644668821F}">
      <dgm:prSet/>
      <dgm:spPr/>
      <dgm:t>
        <a:bodyPr/>
        <a:lstStyle/>
        <a:p>
          <a:endParaRPr lang="en-IN"/>
        </a:p>
      </dgm:t>
    </dgm:pt>
    <dgm:pt modelId="{0EAC0AD0-467C-4335-837B-29D0EEAF8020}">
      <dgm:prSet phldrT="[Text]"/>
      <dgm:spPr/>
      <dgm:t>
        <a:bodyPr/>
        <a:lstStyle/>
        <a:p>
          <a:pPr>
            <a:buFont typeface="+mj-lt"/>
            <a:buAutoNum type="arabicPeriod"/>
          </a:pPr>
          <a:r>
            <a:rPr lang="en-IN" b="1" dirty="0" err="1">
              <a:latin typeface="Times New Roman" panose="02020603050405020304" pitchFamily="18" charset="0"/>
              <a:cs typeface="Times New Roman" panose="02020603050405020304" pitchFamily="18" charset="0"/>
            </a:rPr>
            <a:t>os</a:t>
          </a:r>
          <a:r>
            <a:rPr lang="en-IN" b="1" dirty="0">
              <a:latin typeface="Times New Roman" panose="02020603050405020304" pitchFamily="18" charset="0"/>
              <a:cs typeface="Times New Roman" panose="02020603050405020304" pitchFamily="18" charset="0"/>
            </a:rPr>
            <a:t> library</a:t>
          </a:r>
          <a:r>
            <a:rPr lang="en-IN" dirty="0">
              <a:latin typeface="Times New Roman" panose="02020603050405020304" pitchFamily="18" charset="0"/>
              <a:cs typeface="Times New Roman" panose="02020603050405020304" pitchFamily="18" charset="0"/>
            </a:rPr>
            <a:t> — checks if expenses.csv already exists, so old data is never overwritten on restart.</a:t>
          </a:r>
          <a:endParaRPr lang="en-IN" dirty="0"/>
        </a:p>
      </dgm:t>
    </dgm:pt>
    <dgm:pt modelId="{CF096879-6970-40B9-908E-39B7D3A4D7F4}" type="parTrans" cxnId="{DAB73388-92EA-4BFD-A0A9-21F898D72F6A}">
      <dgm:prSet/>
      <dgm:spPr/>
      <dgm:t>
        <a:bodyPr/>
        <a:lstStyle/>
        <a:p>
          <a:endParaRPr lang="en-IN"/>
        </a:p>
      </dgm:t>
    </dgm:pt>
    <dgm:pt modelId="{A550552C-7107-47A3-A6C4-15C8BCBD797A}" type="sibTrans" cxnId="{DAB73388-92EA-4BFD-A0A9-21F898D72F6A}">
      <dgm:prSet/>
      <dgm:spPr/>
      <dgm:t>
        <a:bodyPr/>
        <a:lstStyle/>
        <a:p>
          <a:endParaRPr lang="en-IN"/>
        </a:p>
      </dgm:t>
    </dgm:pt>
    <dgm:pt modelId="{3EEDD2FF-324D-4E69-BC14-DB7B86C081D6}">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Loop (while True)</a:t>
          </a:r>
          <a:r>
            <a:rPr lang="en-IN" dirty="0">
              <a:latin typeface="Times New Roman" panose="02020603050405020304" pitchFamily="18" charset="0"/>
              <a:cs typeface="Times New Roman" panose="02020603050405020304" pitchFamily="18" charset="0"/>
            </a:rPr>
            <a:t> — keeps the menu running so the user can add multiple entries without restarting the program.</a:t>
          </a:r>
          <a:endParaRPr lang="en-IN" dirty="0"/>
        </a:p>
      </dgm:t>
    </dgm:pt>
    <dgm:pt modelId="{CD596220-299E-4F5E-8E8C-4D2BB8C3EB78}" type="parTrans" cxnId="{7E120F1D-EC14-4F08-915A-E902ABEEB3F0}">
      <dgm:prSet/>
      <dgm:spPr/>
      <dgm:t>
        <a:bodyPr/>
        <a:lstStyle/>
        <a:p>
          <a:endParaRPr lang="en-IN"/>
        </a:p>
      </dgm:t>
    </dgm:pt>
    <dgm:pt modelId="{7818ED7C-092D-4DAD-99DA-74E6208D1C85}" type="sibTrans" cxnId="{7E120F1D-EC14-4F08-915A-E902ABEEB3F0}">
      <dgm:prSet/>
      <dgm:spPr/>
      <dgm:t>
        <a:bodyPr/>
        <a:lstStyle/>
        <a:p>
          <a:endParaRPr lang="en-IN"/>
        </a:p>
      </dgm:t>
    </dgm:pt>
    <dgm:pt modelId="{B43554E4-7F20-44F4-B64A-8EA971F4619E}">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If-</a:t>
          </a:r>
          <a:r>
            <a:rPr lang="en-IN" b="1" dirty="0" err="1">
              <a:latin typeface="Times New Roman" panose="02020603050405020304" pitchFamily="18" charset="0"/>
              <a:cs typeface="Times New Roman" panose="02020603050405020304" pitchFamily="18" charset="0"/>
            </a:rPr>
            <a:t>elif</a:t>
          </a:r>
          <a:r>
            <a:rPr lang="en-IN" b="1" dirty="0">
              <a:latin typeface="Times New Roman" panose="02020603050405020304" pitchFamily="18" charset="0"/>
              <a:cs typeface="Times New Roman" panose="02020603050405020304" pitchFamily="18" charset="0"/>
            </a:rPr>
            <a:t>-else</a:t>
          </a:r>
          <a:r>
            <a:rPr lang="en-IN" dirty="0">
              <a:latin typeface="Times New Roman" panose="02020603050405020304" pitchFamily="18" charset="0"/>
              <a:cs typeface="Times New Roman" panose="02020603050405020304" pitchFamily="18" charset="0"/>
            </a:rPr>
            <a:t> — decides what to do based on the user's menu choice and checks the entry type is valid.</a:t>
          </a:r>
        </a:p>
      </dgm:t>
    </dgm:pt>
    <dgm:pt modelId="{BA7A63B0-1E87-44A5-8B86-113ABA833695}" type="parTrans" cxnId="{EFDA9E46-EAEF-4E26-8C41-4D709AB72413}">
      <dgm:prSet/>
      <dgm:spPr/>
      <dgm:t>
        <a:bodyPr/>
        <a:lstStyle/>
        <a:p>
          <a:endParaRPr lang="en-IN"/>
        </a:p>
      </dgm:t>
    </dgm:pt>
    <dgm:pt modelId="{4C6047AE-726B-4833-8050-ABF53AA2D20B}" type="sibTrans" cxnId="{EFDA9E46-EAEF-4E26-8C41-4D709AB72413}">
      <dgm:prSet/>
      <dgm:spPr/>
      <dgm:t>
        <a:bodyPr/>
        <a:lstStyle/>
        <a:p>
          <a:endParaRPr lang="en-IN"/>
        </a:p>
      </dgm:t>
    </dgm:pt>
    <dgm:pt modelId="{723EE2A2-DF47-4A65-B432-301D532FB287}">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Functions</a:t>
          </a:r>
          <a:r>
            <a:rPr lang="en-IN" dirty="0">
              <a:latin typeface="Times New Roman" panose="02020603050405020304" pitchFamily="18" charset="0"/>
              <a:cs typeface="Times New Roman" panose="02020603050405020304" pitchFamily="18" charset="0"/>
            </a:rPr>
            <a:t> — the program is split into small tasks (</a:t>
          </a:r>
          <a:r>
            <a:rPr lang="en-IN" dirty="0" err="1">
              <a:latin typeface="Times New Roman" panose="02020603050405020304" pitchFamily="18" charset="0"/>
              <a:cs typeface="Times New Roman" panose="02020603050405020304" pitchFamily="18" charset="0"/>
            </a:rPr>
            <a:t>add_transaction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display_menu</a:t>
          </a:r>
          <a:r>
            <a:rPr lang="en-IN" dirty="0">
              <a:latin typeface="Times New Roman" panose="02020603050405020304" pitchFamily="18" charset="0"/>
              <a:cs typeface="Times New Roman" panose="02020603050405020304" pitchFamily="18" charset="0"/>
            </a:rPr>
            <a:t>(), etc.), each doing one job.</a:t>
          </a:r>
          <a:endParaRPr lang="en-IN" dirty="0"/>
        </a:p>
      </dgm:t>
    </dgm:pt>
    <dgm:pt modelId="{231F2D8E-B814-40CB-BD5E-75902DF3DDED}" type="parTrans" cxnId="{9238A622-7134-4CAC-A014-8B00AC32B2A9}">
      <dgm:prSet/>
      <dgm:spPr/>
      <dgm:t>
        <a:bodyPr/>
        <a:lstStyle/>
        <a:p>
          <a:endParaRPr lang="en-IN"/>
        </a:p>
      </dgm:t>
    </dgm:pt>
    <dgm:pt modelId="{F552B7A0-B6F2-4A0D-84CF-B5085D39FB30}" type="sibTrans" cxnId="{9238A622-7134-4CAC-A014-8B00AC32B2A9}">
      <dgm:prSet/>
      <dgm:spPr/>
      <dgm:t>
        <a:bodyPr/>
        <a:lstStyle/>
        <a:p>
          <a:endParaRPr lang="en-IN"/>
        </a:p>
      </dgm:t>
    </dgm:pt>
    <dgm:pt modelId="{26027DA9-F17C-42C7-A3F5-0C8AA43E4A9C}">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Try-except</a:t>
          </a:r>
          <a:r>
            <a:rPr lang="en-IN" dirty="0">
              <a:latin typeface="Times New Roman" panose="02020603050405020304" pitchFamily="18" charset="0"/>
              <a:cs typeface="Times New Roman" panose="02020603050405020304" pitchFamily="18" charset="0"/>
            </a:rPr>
            <a:t> — catches invalid input (like typing text instead of a number) so the program doesn't crash.</a:t>
          </a:r>
        </a:p>
      </dgm:t>
    </dgm:pt>
    <dgm:pt modelId="{C911C7D3-F11C-4246-A338-2747750EB48F}" type="parTrans" cxnId="{30C0F036-B10F-4C2B-B891-7319208B4581}">
      <dgm:prSet/>
      <dgm:spPr/>
      <dgm:t>
        <a:bodyPr/>
        <a:lstStyle/>
        <a:p>
          <a:endParaRPr lang="en-IN"/>
        </a:p>
      </dgm:t>
    </dgm:pt>
    <dgm:pt modelId="{B995651A-C9BB-41D2-8AD3-038273981983}" type="sibTrans" cxnId="{30C0F036-B10F-4C2B-B891-7319208B4581}">
      <dgm:prSet/>
      <dgm:spPr/>
      <dgm:t>
        <a:bodyPr/>
        <a:lstStyle/>
        <a:p>
          <a:endParaRPr lang="en-IN"/>
        </a:p>
      </dgm:t>
    </dgm:pt>
    <dgm:pt modelId="{C899EDA7-CA3D-42D2-B780-404202090ABD}">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File handling (append mode)</a:t>
          </a:r>
          <a:r>
            <a:rPr lang="en-IN" dirty="0">
              <a:latin typeface="Times New Roman" panose="02020603050405020304" pitchFamily="18" charset="0"/>
              <a:cs typeface="Times New Roman" panose="02020603050405020304" pitchFamily="18" charset="0"/>
            </a:rPr>
            <a:t> — adds new transactions to the end of the file without deleting existing ones.</a:t>
          </a:r>
        </a:p>
      </dgm:t>
    </dgm:pt>
    <dgm:pt modelId="{34C58BFE-2745-43E0-8EB3-C5295994AFB2}" type="parTrans" cxnId="{497C18A1-B68D-4B9C-BD49-2B24DC283520}">
      <dgm:prSet/>
      <dgm:spPr/>
      <dgm:t>
        <a:bodyPr/>
        <a:lstStyle/>
        <a:p>
          <a:endParaRPr lang="en-IN"/>
        </a:p>
      </dgm:t>
    </dgm:pt>
    <dgm:pt modelId="{C3775DD1-8802-409F-8130-2B42D827BDE9}" type="sibTrans" cxnId="{497C18A1-B68D-4B9C-BD49-2B24DC283520}">
      <dgm:prSet/>
      <dgm:spPr/>
      <dgm:t>
        <a:bodyPr/>
        <a:lstStyle/>
        <a:p>
          <a:endParaRPr lang="en-IN"/>
        </a:p>
      </dgm:t>
    </dgm:pt>
    <dgm:pt modelId="{22E25172-481C-4F1A-A4D0-3C2448DA7EBC}" type="pres">
      <dgm:prSet presAssocID="{212D5D69-45D5-4906-90E6-CCE0A5EDB50E}" presName="linear" presStyleCnt="0">
        <dgm:presLayoutVars>
          <dgm:dir/>
          <dgm:animLvl val="lvl"/>
          <dgm:resizeHandles val="exact"/>
        </dgm:presLayoutVars>
      </dgm:prSet>
      <dgm:spPr/>
    </dgm:pt>
    <dgm:pt modelId="{33725583-EFF4-4410-82B8-D24053134499}" type="pres">
      <dgm:prSet presAssocID="{F8FA0C16-B5D8-4C63-AC9B-24A7394B7414}" presName="parentLin" presStyleCnt="0"/>
      <dgm:spPr/>
    </dgm:pt>
    <dgm:pt modelId="{2A22B8AB-3DC4-46FB-BC00-4F5F681DD2AD}" type="pres">
      <dgm:prSet presAssocID="{F8FA0C16-B5D8-4C63-AC9B-24A7394B7414}" presName="parentLeftMargin" presStyleLbl="node1" presStyleIdx="0" presStyleCnt="7"/>
      <dgm:spPr/>
    </dgm:pt>
    <dgm:pt modelId="{D1032C76-6ED4-4C34-BC75-9647D86FDE92}" type="pres">
      <dgm:prSet presAssocID="{F8FA0C16-B5D8-4C63-AC9B-24A7394B7414}" presName="parentText" presStyleLbl="node1" presStyleIdx="0" presStyleCnt="7">
        <dgm:presLayoutVars>
          <dgm:chMax val="0"/>
          <dgm:bulletEnabled val="1"/>
        </dgm:presLayoutVars>
      </dgm:prSet>
      <dgm:spPr/>
    </dgm:pt>
    <dgm:pt modelId="{D3CB2BFC-604A-4318-8D98-9231E063B218}" type="pres">
      <dgm:prSet presAssocID="{F8FA0C16-B5D8-4C63-AC9B-24A7394B7414}" presName="negativeSpace" presStyleCnt="0"/>
      <dgm:spPr/>
    </dgm:pt>
    <dgm:pt modelId="{4E180322-288F-4908-8AFD-BA88F0B74F3A}" type="pres">
      <dgm:prSet presAssocID="{F8FA0C16-B5D8-4C63-AC9B-24A7394B7414}" presName="childText" presStyleLbl="conFgAcc1" presStyleIdx="0" presStyleCnt="7">
        <dgm:presLayoutVars>
          <dgm:bulletEnabled val="1"/>
        </dgm:presLayoutVars>
      </dgm:prSet>
      <dgm:spPr/>
    </dgm:pt>
    <dgm:pt modelId="{D2494350-50ED-47E4-A12F-CC917E34794E}" type="pres">
      <dgm:prSet presAssocID="{DAE771BB-5F5B-41C9-BF0E-1FE952105764}" presName="spaceBetweenRectangles" presStyleCnt="0"/>
      <dgm:spPr/>
    </dgm:pt>
    <dgm:pt modelId="{4E9EF670-9998-47D9-8555-31BCA070A7D5}" type="pres">
      <dgm:prSet presAssocID="{0EAC0AD0-467C-4335-837B-29D0EEAF8020}" presName="parentLin" presStyleCnt="0"/>
      <dgm:spPr/>
    </dgm:pt>
    <dgm:pt modelId="{32CF4ABC-9250-4D77-BF90-41865F455D4E}" type="pres">
      <dgm:prSet presAssocID="{0EAC0AD0-467C-4335-837B-29D0EEAF8020}" presName="parentLeftMargin" presStyleLbl="node1" presStyleIdx="0" presStyleCnt="7"/>
      <dgm:spPr/>
    </dgm:pt>
    <dgm:pt modelId="{CC4A0246-D5D6-4D97-B7B5-3689C0942F26}" type="pres">
      <dgm:prSet presAssocID="{0EAC0AD0-467C-4335-837B-29D0EEAF8020}" presName="parentText" presStyleLbl="node1" presStyleIdx="1" presStyleCnt="7">
        <dgm:presLayoutVars>
          <dgm:chMax val="0"/>
          <dgm:bulletEnabled val="1"/>
        </dgm:presLayoutVars>
      </dgm:prSet>
      <dgm:spPr/>
    </dgm:pt>
    <dgm:pt modelId="{2CB0CAC9-C829-4AE7-9EE8-2060733F1617}" type="pres">
      <dgm:prSet presAssocID="{0EAC0AD0-467C-4335-837B-29D0EEAF8020}" presName="negativeSpace" presStyleCnt="0"/>
      <dgm:spPr/>
    </dgm:pt>
    <dgm:pt modelId="{62E89DCF-7D5B-4274-B5A4-BA5EB488C62B}" type="pres">
      <dgm:prSet presAssocID="{0EAC0AD0-467C-4335-837B-29D0EEAF8020}" presName="childText" presStyleLbl="conFgAcc1" presStyleIdx="1" presStyleCnt="7">
        <dgm:presLayoutVars>
          <dgm:bulletEnabled val="1"/>
        </dgm:presLayoutVars>
      </dgm:prSet>
      <dgm:spPr/>
    </dgm:pt>
    <dgm:pt modelId="{53BB562D-6A3E-4AC3-A750-92BC66A2F84D}" type="pres">
      <dgm:prSet presAssocID="{A550552C-7107-47A3-A6C4-15C8BCBD797A}" presName="spaceBetweenRectangles" presStyleCnt="0"/>
      <dgm:spPr/>
    </dgm:pt>
    <dgm:pt modelId="{8712CB89-470C-4564-A739-3D1EAFF08273}" type="pres">
      <dgm:prSet presAssocID="{723EE2A2-DF47-4A65-B432-301D532FB287}" presName="parentLin" presStyleCnt="0"/>
      <dgm:spPr/>
    </dgm:pt>
    <dgm:pt modelId="{AAD8D9E5-3354-4529-A4EB-05B60F52CC4D}" type="pres">
      <dgm:prSet presAssocID="{723EE2A2-DF47-4A65-B432-301D532FB287}" presName="parentLeftMargin" presStyleLbl="node1" presStyleIdx="1" presStyleCnt="7"/>
      <dgm:spPr/>
    </dgm:pt>
    <dgm:pt modelId="{109E81DF-9983-4433-A05E-5101498317FF}" type="pres">
      <dgm:prSet presAssocID="{723EE2A2-DF47-4A65-B432-301D532FB287}" presName="parentText" presStyleLbl="node1" presStyleIdx="2" presStyleCnt="7">
        <dgm:presLayoutVars>
          <dgm:chMax val="0"/>
          <dgm:bulletEnabled val="1"/>
        </dgm:presLayoutVars>
      </dgm:prSet>
      <dgm:spPr/>
    </dgm:pt>
    <dgm:pt modelId="{CE282D60-DA85-4A40-AFD3-EC203DCAC9FF}" type="pres">
      <dgm:prSet presAssocID="{723EE2A2-DF47-4A65-B432-301D532FB287}" presName="negativeSpace" presStyleCnt="0"/>
      <dgm:spPr/>
    </dgm:pt>
    <dgm:pt modelId="{0A762E58-B46E-4D71-8B50-C16FA238F095}" type="pres">
      <dgm:prSet presAssocID="{723EE2A2-DF47-4A65-B432-301D532FB287}" presName="childText" presStyleLbl="conFgAcc1" presStyleIdx="2" presStyleCnt="7">
        <dgm:presLayoutVars>
          <dgm:bulletEnabled val="1"/>
        </dgm:presLayoutVars>
      </dgm:prSet>
      <dgm:spPr/>
    </dgm:pt>
    <dgm:pt modelId="{3F9D0B2C-4CC2-4A0C-B9C9-6BCBBED2551C}" type="pres">
      <dgm:prSet presAssocID="{F552B7A0-B6F2-4A0D-84CF-B5085D39FB30}" presName="spaceBetweenRectangles" presStyleCnt="0"/>
      <dgm:spPr/>
    </dgm:pt>
    <dgm:pt modelId="{BD8A18E7-5950-4861-8144-02183EAC799E}" type="pres">
      <dgm:prSet presAssocID="{3EEDD2FF-324D-4E69-BC14-DB7B86C081D6}" presName="parentLin" presStyleCnt="0"/>
      <dgm:spPr/>
    </dgm:pt>
    <dgm:pt modelId="{490D45DA-23AE-442E-8279-1391B6D4F434}" type="pres">
      <dgm:prSet presAssocID="{3EEDD2FF-324D-4E69-BC14-DB7B86C081D6}" presName="parentLeftMargin" presStyleLbl="node1" presStyleIdx="2" presStyleCnt="7"/>
      <dgm:spPr/>
    </dgm:pt>
    <dgm:pt modelId="{F5E73B88-6074-47C7-B802-68640FC9AB40}" type="pres">
      <dgm:prSet presAssocID="{3EEDD2FF-324D-4E69-BC14-DB7B86C081D6}" presName="parentText" presStyleLbl="node1" presStyleIdx="3" presStyleCnt="7">
        <dgm:presLayoutVars>
          <dgm:chMax val="0"/>
          <dgm:bulletEnabled val="1"/>
        </dgm:presLayoutVars>
      </dgm:prSet>
      <dgm:spPr/>
    </dgm:pt>
    <dgm:pt modelId="{C7E78EC8-35A0-4393-8FA5-B4BBFC4EB910}" type="pres">
      <dgm:prSet presAssocID="{3EEDD2FF-324D-4E69-BC14-DB7B86C081D6}" presName="negativeSpace" presStyleCnt="0"/>
      <dgm:spPr/>
    </dgm:pt>
    <dgm:pt modelId="{4B56BA39-E07A-4EFE-89CB-CCAA2CDC50C9}" type="pres">
      <dgm:prSet presAssocID="{3EEDD2FF-324D-4E69-BC14-DB7B86C081D6}" presName="childText" presStyleLbl="conFgAcc1" presStyleIdx="3" presStyleCnt="7">
        <dgm:presLayoutVars>
          <dgm:bulletEnabled val="1"/>
        </dgm:presLayoutVars>
      </dgm:prSet>
      <dgm:spPr/>
    </dgm:pt>
    <dgm:pt modelId="{254CE6B1-7DFA-4948-BA32-180A2C21A060}" type="pres">
      <dgm:prSet presAssocID="{7818ED7C-092D-4DAD-99DA-74E6208D1C85}" presName="spaceBetweenRectangles" presStyleCnt="0"/>
      <dgm:spPr/>
    </dgm:pt>
    <dgm:pt modelId="{530B8D80-C585-4373-8495-12A44A2ACBB6}" type="pres">
      <dgm:prSet presAssocID="{B43554E4-7F20-44F4-B64A-8EA971F4619E}" presName="parentLin" presStyleCnt="0"/>
      <dgm:spPr/>
    </dgm:pt>
    <dgm:pt modelId="{D62110F6-3FCE-4C3E-A65A-41047EECA48C}" type="pres">
      <dgm:prSet presAssocID="{B43554E4-7F20-44F4-B64A-8EA971F4619E}" presName="parentLeftMargin" presStyleLbl="node1" presStyleIdx="3" presStyleCnt="7"/>
      <dgm:spPr/>
    </dgm:pt>
    <dgm:pt modelId="{A06CFDD1-8364-407A-94D7-DF0F2E702133}" type="pres">
      <dgm:prSet presAssocID="{B43554E4-7F20-44F4-B64A-8EA971F4619E}" presName="parentText" presStyleLbl="node1" presStyleIdx="4" presStyleCnt="7">
        <dgm:presLayoutVars>
          <dgm:chMax val="0"/>
          <dgm:bulletEnabled val="1"/>
        </dgm:presLayoutVars>
      </dgm:prSet>
      <dgm:spPr/>
    </dgm:pt>
    <dgm:pt modelId="{FA786AFF-9194-4F54-A413-A1FAF9D88541}" type="pres">
      <dgm:prSet presAssocID="{B43554E4-7F20-44F4-B64A-8EA971F4619E}" presName="negativeSpace" presStyleCnt="0"/>
      <dgm:spPr/>
    </dgm:pt>
    <dgm:pt modelId="{EDB125DD-FA68-479B-89D9-38DDA1B657A1}" type="pres">
      <dgm:prSet presAssocID="{B43554E4-7F20-44F4-B64A-8EA971F4619E}" presName="childText" presStyleLbl="conFgAcc1" presStyleIdx="4" presStyleCnt="7">
        <dgm:presLayoutVars>
          <dgm:bulletEnabled val="1"/>
        </dgm:presLayoutVars>
      </dgm:prSet>
      <dgm:spPr/>
    </dgm:pt>
    <dgm:pt modelId="{617A13AF-0004-45C0-9DEA-6E7B02AD7476}" type="pres">
      <dgm:prSet presAssocID="{4C6047AE-726B-4833-8050-ABF53AA2D20B}" presName="spaceBetweenRectangles" presStyleCnt="0"/>
      <dgm:spPr/>
    </dgm:pt>
    <dgm:pt modelId="{2C362106-0628-487C-9D31-CDD26AB250B9}" type="pres">
      <dgm:prSet presAssocID="{26027DA9-F17C-42C7-A3F5-0C8AA43E4A9C}" presName="parentLin" presStyleCnt="0"/>
      <dgm:spPr/>
    </dgm:pt>
    <dgm:pt modelId="{0DE802A0-F2B2-4484-B021-1FB8380DEE73}" type="pres">
      <dgm:prSet presAssocID="{26027DA9-F17C-42C7-A3F5-0C8AA43E4A9C}" presName="parentLeftMargin" presStyleLbl="node1" presStyleIdx="4" presStyleCnt="7"/>
      <dgm:spPr/>
    </dgm:pt>
    <dgm:pt modelId="{7E1EE2F3-DFD5-4773-86EA-3443A65AE0B5}" type="pres">
      <dgm:prSet presAssocID="{26027DA9-F17C-42C7-A3F5-0C8AA43E4A9C}" presName="parentText" presStyleLbl="node1" presStyleIdx="5" presStyleCnt="7">
        <dgm:presLayoutVars>
          <dgm:chMax val="0"/>
          <dgm:bulletEnabled val="1"/>
        </dgm:presLayoutVars>
      </dgm:prSet>
      <dgm:spPr/>
    </dgm:pt>
    <dgm:pt modelId="{84B11EDC-F443-4B35-8782-52A6018F12F3}" type="pres">
      <dgm:prSet presAssocID="{26027DA9-F17C-42C7-A3F5-0C8AA43E4A9C}" presName="negativeSpace" presStyleCnt="0"/>
      <dgm:spPr/>
    </dgm:pt>
    <dgm:pt modelId="{CE4D0B7D-7B90-4E84-868D-F77B1D27F1A9}" type="pres">
      <dgm:prSet presAssocID="{26027DA9-F17C-42C7-A3F5-0C8AA43E4A9C}" presName="childText" presStyleLbl="conFgAcc1" presStyleIdx="5" presStyleCnt="7">
        <dgm:presLayoutVars>
          <dgm:bulletEnabled val="1"/>
        </dgm:presLayoutVars>
      </dgm:prSet>
      <dgm:spPr/>
    </dgm:pt>
    <dgm:pt modelId="{B885A5E6-0145-482D-B48B-EB183E90FCF3}" type="pres">
      <dgm:prSet presAssocID="{B995651A-C9BB-41D2-8AD3-038273981983}" presName="spaceBetweenRectangles" presStyleCnt="0"/>
      <dgm:spPr/>
    </dgm:pt>
    <dgm:pt modelId="{5CAEB668-5E25-4B2C-B87F-B3DC0D23FC91}" type="pres">
      <dgm:prSet presAssocID="{C899EDA7-CA3D-42D2-B780-404202090ABD}" presName="parentLin" presStyleCnt="0"/>
      <dgm:spPr/>
    </dgm:pt>
    <dgm:pt modelId="{9D670062-E1D8-4565-84B0-CC4D1F73568E}" type="pres">
      <dgm:prSet presAssocID="{C899EDA7-CA3D-42D2-B780-404202090ABD}" presName="parentLeftMargin" presStyleLbl="node1" presStyleIdx="5" presStyleCnt="7"/>
      <dgm:spPr/>
    </dgm:pt>
    <dgm:pt modelId="{1D56F10C-4A2B-4DA6-B21F-379F4708EDD1}" type="pres">
      <dgm:prSet presAssocID="{C899EDA7-CA3D-42D2-B780-404202090ABD}" presName="parentText" presStyleLbl="node1" presStyleIdx="6" presStyleCnt="7">
        <dgm:presLayoutVars>
          <dgm:chMax val="0"/>
          <dgm:bulletEnabled val="1"/>
        </dgm:presLayoutVars>
      </dgm:prSet>
      <dgm:spPr/>
    </dgm:pt>
    <dgm:pt modelId="{BEA50ECB-C225-403A-A9D0-E35CE08182D7}" type="pres">
      <dgm:prSet presAssocID="{C899EDA7-CA3D-42D2-B780-404202090ABD}" presName="negativeSpace" presStyleCnt="0"/>
      <dgm:spPr/>
    </dgm:pt>
    <dgm:pt modelId="{7E5F453D-4A68-404F-B824-48D225EC5C9D}" type="pres">
      <dgm:prSet presAssocID="{C899EDA7-CA3D-42D2-B780-404202090ABD}" presName="childText" presStyleLbl="conFgAcc1" presStyleIdx="6" presStyleCnt="7">
        <dgm:presLayoutVars>
          <dgm:bulletEnabled val="1"/>
        </dgm:presLayoutVars>
      </dgm:prSet>
      <dgm:spPr/>
    </dgm:pt>
  </dgm:ptLst>
  <dgm:cxnLst>
    <dgm:cxn modelId="{7FE71B14-8307-4F00-8574-F2BB32D05ACE}" type="presOf" srcId="{C899EDA7-CA3D-42D2-B780-404202090ABD}" destId="{1D56F10C-4A2B-4DA6-B21F-379F4708EDD1}" srcOrd="1" destOrd="0" presId="urn:microsoft.com/office/officeart/2005/8/layout/list1"/>
    <dgm:cxn modelId="{7E120F1D-EC14-4F08-915A-E902ABEEB3F0}" srcId="{212D5D69-45D5-4906-90E6-CCE0A5EDB50E}" destId="{3EEDD2FF-324D-4E69-BC14-DB7B86C081D6}" srcOrd="3" destOrd="0" parTransId="{CD596220-299E-4F5E-8E8C-4D2BB8C3EB78}" sibTransId="{7818ED7C-092D-4DAD-99DA-74E6208D1C85}"/>
    <dgm:cxn modelId="{9238A622-7134-4CAC-A014-8B00AC32B2A9}" srcId="{212D5D69-45D5-4906-90E6-CCE0A5EDB50E}" destId="{723EE2A2-DF47-4A65-B432-301D532FB287}" srcOrd="2" destOrd="0" parTransId="{231F2D8E-B814-40CB-BD5E-75902DF3DDED}" sibTransId="{F552B7A0-B6F2-4A0D-84CF-B5085D39FB30}"/>
    <dgm:cxn modelId="{30C0F036-B10F-4C2B-B891-7319208B4581}" srcId="{212D5D69-45D5-4906-90E6-CCE0A5EDB50E}" destId="{26027DA9-F17C-42C7-A3F5-0C8AA43E4A9C}" srcOrd="5" destOrd="0" parTransId="{C911C7D3-F11C-4246-A338-2747750EB48F}" sibTransId="{B995651A-C9BB-41D2-8AD3-038273981983}"/>
    <dgm:cxn modelId="{32C9BB37-8FEA-44C5-9AFE-CCA0D65ACE32}" type="presOf" srcId="{B43554E4-7F20-44F4-B64A-8EA971F4619E}" destId="{A06CFDD1-8364-407A-94D7-DF0F2E702133}" srcOrd="1" destOrd="0" presId="urn:microsoft.com/office/officeart/2005/8/layout/list1"/>
    <dgm:cxn modelId="{9E17D564-C552-4F90-B620-78289298999C}" type="presOf" srcId="{3EEDD2FF-324D-4E69-BC14-DB7B86C081D6}" destId="{490D45DA-23AE-442E-8279-1391B6D4F434}" srcOrd="0" destOrd="0" presId="urn:microsoft.com/office/officeart/2005/8/layout/list1"/>
    <dgm:cxn modelId="{EFDA9E46-EAEF-4E26-8C41-4D709AB72413}" srcId="{212D5D69-45D5-4906-90E6-CCE0A5EDB50E}" destId="{B43554E4-7F20-44F4-B64A-8EA971F4619E}" srcOrd="4" destOrd="0" parTransId="{BA7A63B0-1E87-44A5-8B86-113ABA833695}" sibTransId="{4C6047AE-726B-4833-8050-ABF53AA2D20B}"/>
    <dgm:cxn modelId="{B6414349-6AAA-4A1B-9989-E7F8F35730FB}" type="presOf" srcId="{212D5D69-45D5-4906-90E6-CCE0A5EDB50E}" destId="{22E25172-481C-4F1A-A4D0-3C2448DA7EBC}" srcOrd="0" destOrd="0" presId="urn:microsoft.com/office/officeart/2005/8/layout/list1"/>
    <dgm:cxn modelId="{D9D97B74-99FD-4652-8B6A-2DE5299C51F6}" type="presOf" srcId="{0EAC0AD0-467C-4335-837B-29D0EEAF8020}" destId="{CC4A0246-D5D6-4D97-B7B5-3689C0942F26}" srcOrd="1" destOrd="0" presId="urn:microsoft.com/office/officeart/2005/8/layout/list1"/>
    <dgm:cxn modelId="{F7475E77-798F-47C4-9E8E-53644668821F}" srcId="{212D5D69-45D5-4906-90E6-CCE0A5EDB50E}" destId="{F8FA0C16-B5D8-4C63-AC9B-24A7394B7414}" srcOrd="0" destOrd="0" parTransId="{9C5FF1AB-5B71-430A-B7C7-E6CDF5127963}" sibTransId="{DAE771BB-5F5B-41C9-BF0E-1FE952105764}"/>
    <dgm:cxn modelId="{52C7C65A-F2F6-4104-B546-6C003710B74B}" type="presOf" srcId="{F8FA0C16-B5D8-4C63-AC9B-24A7394B7414}" destId="{2A22B8AB-3DC4-46FB-BC00-4F5F681DD2AD}" srcOrd="0" destOrd="0" presId="urn:microsoft.com/office/officeart/2005/8/layout/list1"/>
    <dgm:cxn modelId="{A98FE881-8AE4-4E82-8A2A-C049D616AD88}" type="presOf" srcId="{26027DA9-F17C-42C7-A3F5-0C8AA43E4A9C}" destId="{0DE802A0-F2B2-4484-B021-1FB8380DEE73}" srcOrd="0" destOrd="0" presId="urn:microsoft.com/office/officeart/2005/8/layout/list1"/>
    <dgm:cxn modelId="{DAB73388-92EA-4BFD-A0A9-21F898D72F6A}" srcId="{212D5D69-45D5-4906-90E6-CCE0A5EDB50E}" destId="{0EAC0AD0-467C-4335-837B-29D0EEAF8020}" srcOrd="1" destOrd="0" parTransId="{CF096879-6970-40B9-908E-39B7D3A4D7F4}" sibTransId="{A550552C-7107-47A3-A6C4-15C8BCBD797A}"/>
    <dgm:cxn modelId="{25EDDE88-E7AB-44E5-B9D6-83689EB01668}" type="presOf" srcId="{723EE2A2-DF47-4A65-B432-301D532FB287}" destId="{109E81DF-9983-4433-A05E-5101498317FF}" srcOrd="1" destOrd="0" presId="urn:microsoft.com/office/officeart/2005/8/layout/list1"/>
    <dgm:cxn modelId="{0A6E4096-019E-4BE2-8A10-35A42BFE2B5D}" type="presOf" srcId="{0EAC0AD0-467C-4335-837B-29D0EEAF8020}" destId="{32CF4ABC-9250-4D77-BF90-41865F455D4E}" srcOrd="0" destOrd="0" presId="urn:microsoft.com/office/officeart/2005/8/layout/list1"/>
    <dgm:cxn modelId="{497C18A1-B68D-4B9C-BD49-2B24DC283520}" srcId="{212D5D69-45D5-4906-90E6-CCE0A5EDB50E}" destId="{C899EDA7-CA3D-42D2-B780-404202090ABD}" srcOrd="6" destOrd="0" parTransId="{34C58BFE-2745-43E0-8EB3-C5295994AFB2}" sibTransId="{C3775DD1-8802-409F-8130-2B42D827BDE9}"/>
    <dgm:cxn modelId="{B2E52DBA-DFAE-4C96-8674-1EB6DCE53D2B}" type="presOf" srcId="{C899EDA7-CA3D-42D2-B780-404202090ABD}" destId="{9D670062-E1D8-4565-84B0-CC4D1F73568E}" srcOrd="0" destOrd="0" presId="urn:microsoft.com/office/officeart/2005/8/layout/list1"/>
    <dgm:cxn modelId="{B0476EC5-C68D-4CE2-A334-44D6B08A6288}" type="presOf" srcId="{3EEDD2FF-324D-4E69-BC14-DB7B86C081D6}" destId="{F5E73B88-6074-47C7-B802-68640FC9AB40}" srcOrd="1" destOrd="0" presId="urn:microsoft.com/office/officeart/2005/8/layout/list1"/>
    <dgm:cxn modelId="{7BB21ACF-8ABC-4A5F-94FA-E8D3A73807C8}" type="presOf" srcId="{B43554E4-7F20-44F4-B64A-8EA971F4619E}" destId="{D62110F6-3FCE-4C3E-A65A-41047EECA48C}" srcOrd="0" destOrd="0" presId="urn:microsoft.com/office/officeart/2005/8/layout/list1"/>
    <dgm:cxn modelId="{F7A91DDE-D4B6-4E61-8BCD-DE8EE525FC73}" type="presOf" srcId="{723EE2A2-DF47-4A65-B432-301D532FB287}" destId="{AAD8D9E5-3354-4529-A4EB-05B60F52CC4D}" srcOrd="0" destOrd="0" presId="urn:microsoft.com/office/officeart/2005/8/layout/list1"/>
    <dgm:cxn modelId="{EC1A83F7-46A6-4C61-9AF2-C1B4225D9894}" type="presOf" srcId="{26027DA9-F17C-42C7-A3F5-0C8AA43E4A9C}" destId="{7E1EE2F3-DFD5-4773-86EA-3443A65AE0B5}" srcOrd="1" destOrd="0" presId="urn:microsoft.com/office/officeart/2005/8/layout/list1"/>
    <dgm:cxn modelId="{9728DBFA-2596-453B-A5D2-02C7018F2800}" type="presOf" srcId="{F8FA0C16-B5D8-4C63-AC9B-24A7394B7414}" destId="{D1032C76-6ED4-4C34-BC75-9647D86FDE92}" srcOrd="1" destOrd="0" presId="urn:microsoft.com/office/officeart/2005/8/layout/list1"/>
    <dgm:cxn modelId="{E5BB7848-626B-4449-8A63-CCBD725A0E0B}" type="presParOf" srcId="{22E25172-481C-4F1A-A4D0-3C2448DA7EBC}" destId="{33725583-EFF4-4410-82B8-D24053134499}" srcOrd="0" destOrd="0" presId="urn:microsoft.com/office/officeart/2005/8/layout/list1"/>
    <dgm:cxn modelId="{A52B601E-7544-4E2A-8252-C39F3F027CB8}" type="presParOf" srcId="{33725583-EFF4-4410-82B8-D24053134499}" destId="{2A22B8AB-3DC4-46FB-BC00-4F5F681DD2AD}" srcOrd="0" destOrd="0" presId="urn:microsoft.com/office/officeart/2005/8/layout/list1"/>
    <dgm:cxn modelId="{C185FE32-6F01-4F5C-BD0E-43D4BF38F98D}" type="presParOf" srcId="{33725583-EFF4-4410-82B8-D24053134499}" destId="{D1032C76-6ED4-4C34-BC75-9647D86FDE92}" srcOrd="1" destOrd="0" presId="urn:microsoft.com/office/officeart/2005/8/layout/list1"/>
    <dgm:cxn modelId="{E84120D9-10DE-4107-A380-4DEDE96BBEFC}" type="presParOf" srcId="{22E25172-481C-4F1A-A4D0-3C2448DA7EBC}" destId="{D3CB2BFC-604A-4318-8D98-9231E063B218}" srcOrd="1" destOrd="0" presId="urn:microsoft.com/office/officeart/2005/8/layout/list1"/>
    <dgm:cxn modelId="{BFA37F8B-86C2-4D2B-83B1-B8FA7A78E871}" type="presParOf" srcId="{22E25172-481C-4F1A-A4D0-3C2448DA7EBC}" destId="{4E180322-288F-4908-8AFD-BA88F0B74F3A}" srcOrd="2" destOrd="0" presId="urn:microsoft.com/office/officeart/2005/8/layout/list1"/>
    <dgm:cxn modelId="{84EA2E4E-381C-4818-9687-EE0B98908177}" type="presParOf" srcId="{22E25172-481C-4F1A-A4D0-3C2448DA7EBC}" destId="{D2494350-50ED-47E4-A12F-CC917E34794E}" srcOrd="3" destOrd="0" presId="urn:microsoft.com/office/officeart/2005/8/layout/list1"/>
    <dgm:cxn modelId="{9C6AA101-C3B2-4FB4-B0C2-73FDE854E7DD}" type="presParOf" srcId="{22E25172-481C-4F1A-A4D0-3C2448DA7EBC}" destId="{4E9EF670-9998-47D9-8555-31BCA070A7D5}" srcOrd="4" destOrd="0" presId="urn:microsoft.com/office/officeart/2005/8/layout/list1"/>
    <dgm:cxn modelId="{4049D1CD-79B0-4347-9F99-3CEA19AB9ADA}" type="presParOf" srcId="{4E9EF670-9998-47D9-8555-31BCA070A7D5}" destId="{32CF4ABC-9250-4D77-BF90-41865F455D4E}" srcOrd="0" destOrd="0" presId="urn:microsoft.com/office/officeart/2005/8/layout/list1"/>
    <dgm:cxn modelId="{20E38312-66A3-484A-B66E-86D916C635B5}" type="presParOf" srcId="{4E9EF670-9998-47D9-8555-31BCA070A7D5}" destId="{CC4A0246-D5D6-4D97-B7B5-3689C0942F26}" srcOrd="1" destOrd="0" presId="urn:microsoft.com/office/officeart/2005/8/layout/list1"/>
    <dgm:cxn modelId="{82A90F61-7E7D-4DE6-901F-C6EA6B97EC49}" type="presParOf" srcId="{22E25172-481C-4F1A-A4D0-3C2448DA7EBC}" destId="{2CB0CAC9-C829-4AE7-9EE8-2060733F1617}" srcOrd="5" destOrd="0" presId="urn:microsoft.com/office/officeart/2005/8/layout/list1"/>
    <dgm:cxn modelId="{9DFAE857-5622-42F3-B512-5D380D494796}" type="presParOf" srcId="{22E25172-481C-4F1A-A4D0-3C2448DA7EBC}" destId="{62E89DCF-7D5B-4274-B5A4-BA5EB488C62B}" srcOrd="6" destOrd="0" presId="urn:microsoft.com/office/officeart/2005/8/layout/list1"/>
    <dgm:cxn modelId="{8F557C1B-EB64-4E60-B1D3-8E65AF67921F}" type="presParOf" srcId="{22E25172-481C-4F1A-A4D0-3C2448DA7EBC}" destId="{53BB562D-6A3E-4AC3-A750-92BC66A2F84D}" srcOrd="7" destOrd="0" presId="urn:microsoft.com/office/officeart/2005/8/layout/list1"/>
    <dgm:cxn modelId="{0BFDFADE-28A7-478A-9E1F-72FF65609639}" type="presParOf" srcId="{22E25172-481C-4F1A-A4D0-3C2448DA7EBC}" destId="{8712CB89-470C-4564-A739-3D1EAFF08273}" srcOrd="8" destOrd="0" presId="urn:microsoft.com/office/officeart/2005/8/layout/list1"/>
    <dgm:cxn modelId="{35BDFD49-C03A-49CE-AEC4-3A3AA56D8094}" type="presParOf" srcId="{8712CB89-470C-4564-A739-3D1EAFF08273}" destId="{AAD8D9E5-3354-4529-A4EB-05B60F52CC4D}" srcOrd="0" destOrd="0" presId="urn:microsoft.com/office/officeart/2005/8/layout/list1"/>
    <dgm:cxn modelId="{5F58D830-A9DB-4ACD-915E-C3583B6875E5}" type="presParOf" srcId="{8712CB89-470C-4564-A739-3D1EAFF08273}" destId="{109E81DF-9983-4433-A05E-5101498317FF}" srcOrd="1" destOrd="0" presId="urn:microsoft.com/office/officeart/2005/8/layout/list1"/>
    <dgm:cxn modelId="{38622C1C-E014-4D93-A600-C7A9CF67E4AD}" type="presParOf" srcId="{22E25172-481C-4F1A-A4D0-3C2448DA7EBC}" destId="{CE282D60-DA85-4A40-AFD3-EC203DCAC9FF}" srcOrd="9" destOrd="0" presId="urn:microsoft.com/office/officeart/2005/8/layout/list1"/>
    <dgm:cxn modelId="{E819B966-1C77-4B7B-BC89-927549326082}" type="presParOf" srcId="{22E25172-481C-4F1A-A4D0-3C2448DA7EBC}" destId="{0A762E58-B46E-4D71-8B50-C16FA238F095}" srcOrd="10" destOrd="0" presId="urn:microsoft.com/office/officeart/2005/8/layout/list1"/>
    <dgm:cxn modelId="{AC2E5DD4-0117-464C-A823-10FAD87F0155}" type="presParOf" srcId="{22E25172-481C-4F1A-A4D0-3C2448DA7EBC}" destId="{3F9D0B2C-4CC2-4A0C-B9C9-6BCBBED2551C}" srcOrd="11" destOrd="0" presId="urn:microsoft.com/office/officeart/2005/8/layout/list1"/>
    <dgm:cxn modelId="{83D0666C-B2F8-409B-9A73-8E7927AB61AB}" type="presParOf" srcId="{22E25172-481C-4F1A-A4D0-3C2448DA7EBC}" destId="{BD8A18E7-5950-4861-8144-02183EAC799E}" srcOrd="12" destOrd="0" presId="urn:microsoft.com/office/officeart/2005/8/layout/list1"/>
    <dgm:cxn modelId="{891CBE0A-EAEE-45EB-94A6-9747C3420B22}" type="presParOf" srcId="{BD8A18E7-5950-4861-8144-02183EAC799E}" destId="{490D45DA-23AE-442E-8279-1391B6D4F434}" srcOrd="0" destOrd="0" presId="urn:microsoft.com/office/officeart/2005/8/layout/list1"/>
    <dgm:cxn modelId="{A1A2DE26-D464-4202-A66F-93E16A1FAC6F}" type="presParOf" srcId="{BD8A18E7-5950-4861-8144-02183EAC799E}" destId="{F5E73B88-6074-47C7-B802-68640FC9AB40}" srcOrd="1" destOrd="0" presId="urn:microsoft.com/office/officeart/2005/8/layout/list1"/>
    <dgm:cxn modelId="{C3B4BC31-7580-46C8-BACF-79CFD6EF9498}" type="presParOf" srcId="{22E25172-481C-4F1A-A4D0-3C2448DA7EBC}" destId="{C7E78EC8-35A0-4393-8FA5-B4BBFC4EB910}" srcOrd="13" destOrd="0" presId="urn:microsoft.com/office/officeart/2005/8/layout/list1"/>
    <dgm:cxn modelId="{C36AE51C-265D-487F-B066-09B7AC3517C8}" type="presParOf" srcId="{22E25172-481C-4F1A-A4D0-3C2448DA7EBC}" destId="{4B56BA39-E07A-4EFE-89CB-CCAA2CDC50C9}" srcOrd="14" destOrd="0" presId="urn:microsoft.com/office/officeart/2005/8/layout/list1"/>
    <dgm:cxn modelId="{7715B8E7-DF33-4A17-B97E-9A810D292C9F}" type="presParOf" srcId="{22E25172-481C-4F1A-A4D0-3C2448DA7EBC}" destId="{254CE6B1-7DFA-4948-BA32-180A2C21A060}" srcOrd="15" destOrd="0" presId="urn:microsoft.com/office/officeart/2005/8/layout/list1"/>
    <dgm:cxn modelId="{5DDEDEE8-11DB-4E24-B614-CE879661E2D8}" type="presParOf" srcId="{22E25172-481C-4F1A-A4D0-3C2448DA7EBC}" destId="{530B8D80-C585-4373-8495-12A44A2ACBB6}" srcOrd="16" destOrd="0" presId="urn:microsoft.com/office/officeart/2005/8/layout/list1"/>
    <dgm:cxn modelId="{2DDC3890-3102-4302-A72B-EBB970B845F9}" type="presParOf" srcId="{530B8D80-C585-4373-8495-12A44A2ACBB6}" destId="{D62110F6-3FCE-4C3E-A65A-41047EECA48C}" srcOrd="0" destOrd="0" presId="urn:microsoft.com/office/officeart/2005/8/layout/list1"/>
    <dgm:cxn modelId="{6D389040-D4E4-4025-959B-E5B9D4EB072A}" type="presParOf" srcId="{530B8D80-C585-4373-8495-12A44A2ACBB6}" destId="{A06CFDD1-8364-407A-94D7-DF0F2E702133}" srcOrd="1" destOrd="0" presId="urn:microsoft.com/office/officeart/2005/8/layout/list1"/>
    <dgm:cxn modelId="{BC08DEEA-5C3D-482C-99EB-6DF74E46ABF7}" type="presParOf" srcId="{22E25172-481C-4F1A-A4D0-3C2448DA7EBC}" destId="{FA786AFF-9194-4F54-A413-A1FAF9D88541}" srcOrd="17" destOrd="0" presId="urn:microsoft.com/office/officeart/2005/8/layout/list1"/>
    <dgm:cxn modelId="{E5BB26D7-F8ED-42AF-9E57-2FAB7C7F4933}" type="presParOf" srcId="{22E25172-481C-4F1A-A4D0-3C2448DA7EBC}" destId="{EDB125DD-FA68-479B-89D9-38DDA1B657A1}" srcOrd="18" destOrd="0" presId="urn:microsoft.com/office/officeart/2005/8/layout/list1"/>
    <dgm:cxn modelId="{D67FC9E1-316B-4A0E-A3FA-F5FC79746D2D}" type="presParOf" srcId="{22E25172-481C-4F1A-A4D0-3C2448DA7EBC}" destId="{617A13AF-0004-45C0-9DEA-6E7B02AD7476}" srcOrd="19" destOrd="0" presId="urn:microsoft.com/office/officeart/2005/8/layout/list1"/>
    <dgm:cxn modelId="{9ECBF896-17DA-4F2B-B9CB-C8405561B887}" type="presParOf" srcId="{22E25172-481C-4F1A-A4D0-3C2448DA7EBC}" destId="{2C362106-0628-487C-9D31-CDD26AB250B9}" srcOrd="20" destOrd="0" presId="urn:microsoft.com/office/officeart/2005/8/layout/list1"/>
    <dgm:cxn modelId="{A7E56560-32E3-46A2-A004-6D7B05E9EFDA}" type="presParOf" srcId="{2C362106-0628-487C-9D31-CDD26AB250B9}" destId="{0DE802A0-F2B2-4484-B021-1FB8380DEE73}" srcOrd="0" destOrd="0" presId="urn:microsoft.com/office/officeart/2005/8/layout/list1"/>
    <dgm:cxn modelId="{FACB9781-FDB5-4BAB-916E-A8E481C8A20B}" type="presParOf" srcId="{2C362106-0628-487C-9D31-CDD26AB250B9}" destId="{7E1EE2F3-DFD5-4773-86EA-3443A65AE0B5}" srcOrd="1" destOrd="0" presId="urn:microsoft.com/office/officeart/2005/8/layout/list1"/>
    <dgm:cxn modelId="{1EA4D889-16A5-4070-8FB4-BB6F21EA9E37}" type="presParOf" srcId="{22E25172-481C-4F1A-A4D0-3C2448DA7EBC}" destId="{84B11EDC-F443-4B35-8782-52A6018F12F3}" srcOrd="21" destOrd="0" presId="urn:microsoft.com/office/officeart/2005/8/layout/list1"/>
    <dgm:cxn modelId="{31A0235C-F230-4D71-9B6F-8CFEF08AA052}" type="presParOf" srcId="{22E25172-481C-4F1A-A4D0-3C2448DA7EBC}" destId="{CE4D0B7D-7B90-4E84-868D-F77B1D27F1A9}" srcOrd="22" destOrd="0" presId="urn:microsoft.com/office/officeart/2005/8/layout/list1"/>
    <dgm:cxn modelId="{E809D853-8C55-4D8B-8548-E4F73F824679}" type="presParOf" srcId="{22E25172-481C-4F1A-A4D0-3C2448DA7EBC}" destId="{B885A5E6-0145-482D-B48B-EB183E90FCF3}" srcOrd="23" destOrd="0" presId="urn:microsoft.com/office/officeart/2005/8/layout/list1"/>
    <dgm:cxn modelId="{576417BB-832D-44F7-B232-42158AAEBCBD}" type="presParOf" srcId="{22E25172-481C-4F1A-A4D0-3C2448DA7EBC}" destId="{5CAEB668-5E25-4B2C-B87F-B3DC0D23FC91}" srcOrd="24" destOrd="0" presId="urn:microsoft.com/office/officeart/2005/8/layout/list1"/>
    <dgm:cxn modelId="{417B6EF1-6D87-45A0-8BF9-F896F7B3249D}" type="presParOf" srcId="{5CAEB668-5E25-4B2C-B87F-B3DC0D23FC91}" destId="{9D670062-E1D8-4565-84B0-CC4D1F73568E}" srcOrd="0" destOrd="0" presId="urn:microsoft.com/office/officeart/2005/8/layout/list1"/>
    <dgm:cxn modelId="{73B5C9A4-2F28-4A84-BAD7-2D2E2E7726B4}" type="presParOf" srcId="{5CAEB668-5E25-4B2C-B87F-B3DC0D23FC91}" destId="{1D56F10C-4A2B-4DA6-B21F-379F4708EDD1}" srcOrd="1" destOrd="0" presId="urn:microsoft.com/office/officeart/2005/8/layout/list1"/>
    <dgm:cxn modelId="{1D7AFF9D-DEB3-4A35-B6C0-FB40FA266A32}" type="presParOf" srcId="{22E25172-481C-4F1A-A4D0-3C2448DA7EBC}" destId="{BEA50ECB-C225-403A-A9D0-E35CE08182D7}" srcOrd="25" destOrd="0" presId="urn:microsoft.com/office/officeart/2005/8/layout/list1"/>
    <dgm:cxn modelId="{66E59061-DE4A-47D0-98C3-A35C79B5AA5E}" type="presParOf" srcId="{22E25172-481C-4F1A-A4D0-3C2448DA7EBC}" destId="{7E5F453D-4A68-404F-B824-48D225EC5C9D}"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25776E-3309-4E61-B6DB-CFD615955829}">
      <dsp:nvSpPr>
        <dsp:cNvPr id="0" name=""/>
        <dsp:cNvSpPr/>
      </dsp:nvSpPr>
      <dsp:spPr>
        <a:xfrm>
          <a:off x="0" y="2430"/>
          <a:ext cx="860339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F2D4D8-4AF7-4462-ADB3-739D795B14EC}">
      <dsp:nvSpPr>
        <dsp:cNvPr id="0" name=""/>
        <dsp:cNvSpPr/>
      </dsp:nvSpPr>
      <dsp:spPr>
        <a:xfrm>
          <a:off x="0" y="0"/>
          <a:ext cx="1720678" cy="4971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Font typeface="+mj-lt"/>
            <a:buNone/>
          </a:pPr>
          <a:r>
            <a:rPr lang="en-IN" sz="4000" kern="1200" dirty="0">
              <a:latin typeface="Times New Roman" panose="02020603050405020304" pitchFamily="18" charset="0"/>
              <a:cs typeface="Times New Roman" panose="02020603050405020304" pitchFamily="18" charset="0"/>
            </a:rPr>
            <a:t>Start the program.</a:t>
          </a:r>
          <a:endParaRPr lang="en-IN" sz="4000" kern="1200" dirty="0"/>
        </a:p>
      </dsp:txBody>
      <dsp:txXfrm>
        <a:off x="0" y="0"/>
        <a:ext cx="1720678" cy="4971823"/>
      </dsp:txXfrm>
    </dsp:sp>
    <dsp:sp modelId="{402423F9-F611-4188-AC14-963247592000}">
      <dsp:nvSpPr>
        <dsp:cNvPr id="0" name=""/>
        <dsp:cNvSpPr/>
      </dsp:nvSpPr>
      <dsp:spPr>
        <a:xfrm>
          <a:off x="1849729" y="20546"/>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mj-lt"/>
            <a:buNone/>
          </a:pPr>
          <a:r>
            <a:rPr lang="en-IN" sz="1100" kern="1200" dirty="0">
              <a:latin typeface="Times New Roman" panose="02020603050405020304" pitchFamily="18" charset="0"/>
              <a:cs typeface="Times New Roman" panose="02020603050405020304" pitchFamily="18" charset="0"/>
            </a:rPr>
            <a:t>1. Check whether there is an expenses file (expenses.csv). If not, create it and put in the column names: Date, Type, Category, Amount.</a:t>
          </a:r>
        </a:p>
        <a:p>
          <a:pPr marL="0" lvl="0" indent="0" algn="l" defTabSz="488950">
            <a:lnSpc>
              <a:spcPct val="90000"/>
            </a:lnSpc>
            <a:spcBef>
              <a:spcPct val="0"/>
            </a:spcBef>
            <a:spcAft>
              <a:spcPct val="35000"/>
            </a:spcAft>
            <a:buFont typeface="+mj-lt"/>
            <a:buNone/>
          </a:pPr>
          <a:endParaRPr lang="en-IN" sz="1100" kern="1200" dirty="0"/>
        </a:p>
      </dsp:txBody>
      <dsp:txXfrm>
        <a:off x="1849729" y="20546"/>
        <a:ext cx="6753662" cy="362326"/>
      </dsp:txXfrm>
    </dsp:sp>
    <dsp:sp modelId="{6C13125D-1781-4F8C-B3E2-B105DF1F9EC4}">
      <dsp:nvSpPr>
        <dsp:cNvPr id="0" name=""/>
        <dsp:cNvSpPr/>
      </dsp:nvSpPr>
      <dsp:spPr>
        <a:xfrm>
          <a:off x="1720678" y="382872"/>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4F9DEB-380C-4B8D-8E52-1EA4B339EA64}">
      <dsp:nvSpPr>
        <dsp:cNvPr id="0" name=""/>
        <dsp:cNvSpPr/>
      </dsp:nvSpPr>
      <dsp:spPr>
        <a:xfrm>
          <a:off x="1849729" y="400989"/>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mj-lt"/>
            <a:buNone/>
          </a:pPr>
          <a:r>
            <a:rPr lang="en-IN" sz="1100" kern="1200" dirty="0">
              <a:latin typeface="Times New Roman" panose="02020603050405020304" pitchFamily="18" charset="0"/>
              <a:cs typeface="Times New Roman" panose="02020603050405020304" pitchFamily="18" charset="0"/>
            </a:rPr>
            <a:t>2. Show the main menu to the user, offering the choices: Add Transaction, View, Update, Delete, Reports, and Exit.</a:t>
          </a:r>
          <a:endParaRPr lang="en-IN" sz="1100" kern="1200" dirty="0"/>
        </a:p>
      </dsp:txBody>
      <dsp:txXfrm>
        <a:off x="1849729" y="400989"/>
        <a:ext cx="6753662" cy="362326"/>
      </dsp:txXfrm>
    </dsp:sp>
    <dsp:sp modelId="{70B93415-2496-4F05-95F2-9294056DB2B5}">
      <dsp:nvSpPr>
        <dsp:cNvPr id="0" name=""/>
        <dsp:cNvSpPr/>
      </dsp:nvSpPr>
      <dsp:spPr>
        <a:xfrm>
          <a:off x="1720678" y="763315"/>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B88D79-1FA6-43DF-8955-EA85FF9C8537}">
      <dsp:nvSpPr>
        <dsp:cNvPr id="0" name=""/>
        <dsp:cNvSpPr/>
      </dsp:nvSpPr>
      <dsp:spPr>
        <a:xfrm>
          <a:off x="1849729" y="781432"/>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t>3. Get the choice from the user</a:t>
          </a:r>
        </a:p>
      </dsp:txBody>
      <dsp:txXfrm>
        <a:off x="1849729" y="781432"/>
        <a:ext cx="6753662" cy="362326"/>
      </dsp:txXfrm>
    </dsp:sp>
    <dsp:sp modelId="{FDFCFA9A-C4F2-4323-A288-6DBF54664EC3}">
      <dsp:nvSpPr>
        <dsp:cNvPr id="0" name=""/>
        <dsp:cNvSpPr/>
      </dsp:nvSpPr>
      <dsp:spPr>
        <a:xfrm>
          <a:off x="1720678" y="1143758"/>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28B8BBD-4314-412F-8382-85817467F670}">
      <dsp:nvSpPr>
        <dsp:cNvPr id="0" name=""/>
        <dsp:cNvSpPr/>
      </dsp:nvSpPr>
      <dsp:spPr>
        <a:xfrm>
          <a:off x="1849729" y="1161874"/>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mj-lt"/>
            <a:buNone/>
          </a:pPr>
          <a:r>
            <a:rPr lang="en-IN" sz="1100" kern="1200" dirty="0">
              <a:latin typeface="Times New Roman" panose="02020603050405020304" pitchFamily="18" charset="0"/>
              <a:cs typeface="Times New Roman" panose="02020603050405020304" pitchFamily="18" charset="0"/>
            </a:rPr>
            <a:t>4. If the choice is Add Transaction:</a:t>
          </a:r>
          <a:endParaRPr lang="en-IN" sz="1100" kern="1200" dirty="0"/>
        </a:p>
      </dsp:txBody>
      <dsp:txXfrm>
        <a:off x="1849729" y="1161874"/>
        <a:ext cx="6753662" cy="362326"/>
      </dsp:txXfrm>
    </dsp:sp>
    <dsp:sp modelId="{C53753E3-1C51-4C47-A574-7CCF8DE10A4C}">
      <dsp:nvSpPr>
        <dsp:cNvPr id="0" name=""/>
        <dsp:cNvSpPr/>
      </dsp:nvSpPr>
      <dsp:spPr>
        <a:xfrm>
          <a:off x="1720678" y="1524201"/>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CDD963F-6F02-4CF6-9080-266A92DD85FD}">
      <dsp:nvSpPr>
        <dsp:cNvPr id="0" name=""/>
        <dsp:cNvSpPr/>
      </dsp:nvSpPr>
      <dsp:spPr>
        <a:xfrm>
          <a:off x="1849729" y="1542317"/>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latin typeface="Times New Roman" panose="02020603050405020304" pitchFamily="18" charset="0"/>
              <a:cs typeface="Times New Roman" panose="02020603050405020304" pitchFamily="18" charset="0"/>
            </a:rPr>
            <a:t>5. Ask for the date, type (either income or expense), category, and amount.</a:t>
          </a:r>
        </a:p>
      </dsp:txBody>
      <dsp:txXfrm>
        <a:off x="1849729" y="1542317"/>
        <a:ext cx="6753662" cy="362326"/>
      </dsp:txXfrm>
    </dsp:sp>
    <dsp:sp modelId="{D6C9AA29-33FC-4376-A5E0-67EA3501CFF0}">
      <dsp:nvSpPr>
        <dsp:cNvPr id="0" name=""/>
        <dsp:cNvSpPr/>
      </dsp:nvSpPr>
      <dsp:spPr>
        <a:xfrm>
          <a:off x="1720678" y="1904644"/>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32EE45-DCDF-483A-B7A3-69D541063E06}">
      <dsp:nvSpPr>
        <dsp:cNvPr id="0" name=""/>
        <dsp:cNvSpPr/>
      </dsp:nvSpPr>
      <dsp:spPr>
        <a:xfrm>
          <a:off x="1849729" y="1922760"/>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Arial" panose="020B0604020202020204" pitchFamily="34" charset="0"/>
            <a:buNone/>
          </a:pPr>
          <a:r>
            <a:rPr lang="en-IN" sz="1100" kern="1200" dirty="0">
              <a:latin typeface="Times New Roman" panose="02020603050405020304" pitchFamily="18" charset="0"/>
              <a:cs typeface="Times New Roman" panose="02020603050405020304" pitchFamily="18" charset="0"/>
            </a:rPr>
            <a:t>6. Check if the inputs are all valid, i.e., the date is in the correct format, the amount is a positive  value, and the type can only be Income or Expense.</a:t>
          </a:r>
        </a:p>
      </dsp:txBody>
      <dsp:txXfrm>
        <a:off x="1849729" y="1922760"/>
        <a:ext cx="6753662" cy="362326"/>
      </dsp:txXfrm>
    </dsp:sp>
    <dsp:sp modelId="{50943A30-B035-4424-850B-6AFCD994189E}">
      <dsp:nvSpPr>
        <dsp:cNvPr id="0" name=""/>
        <dsp:cNvSpPr/>
      </dsp:nvSpPr>
      <dsp:spPr>
        <a:xfrm>
          <a:off x="1720678" y="2285087"/>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823D57F-72E3-40CE-93C0-671B5239E72D}">
      <dsp:nvSpPr>
        <dsp:cNvPr id="0" name=""/>
        <dsp:cNvSpPr/>
      </dsp:nvSpPr>
      <dsp:spPr>
        <a:xfrm>
          <a:off x="1849729" y="2303203"/>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latin typeface="Times New Roman" panose="02020603050405020304" pitchFamily="18" charset="0"/>
              <a:cs typeface="Times New Roman" panose="02020603050405020304" pitchFamily="18" charset="0"/>
            </a:rPr>
            <a:t>7. If any of the inputs is not valid, tell the user which input is wrong and ask for the right input.</a:t>
          </a:r>
        </a:p>
      </dsp:txBody>
      <dsp:txXfrm>
        <a:off x="1849729" y="2303203"/>
        <a:ext cx="6753662" cy="362326"/>
      </dsp:txXfrm>
    </dsp:sp>
    <dsp:sp modelId="{A8E8BACF-F699-48AB-A0B9-7FC6EE1A2ECA}">
      <dsp:nvSpPr>
        <dsp:cNvPr id="0" name=""/>
        <dsp:cNvSpPr/>
      </dsp:nvSpPr>
      <dsp:spPr>
        <a:xfrm>
          <a:off x="1720678" y="2665529"/>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67A1F6F-8C92-438A-9F8C-3CB5A48FA716}">
      <dsp:nvSpPr>
        <dsp:cNvPr id="0" name=""/>
        <dsp:cNvSpPr/>
      </dsp:nvSpPr>
      <dsp:spPr>
        <a:xfrm>
          <a:off x="1849729" y="2683646"/>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latin typeface="Times New Roman" panose="02020603050405020304" pitchFamily="18" charset="0"/>
              <a:cs typeface="Times New Roman" panose="02020603050405020304" pitchFamily="18" charset="0"/>
            </a:rPr>
            <a:t>8. Once the inputs have been checked and confirmed to be valid, store the inputs in the file and show the message "Transaction added successfully."</a:t>
          </a:r>
        </a:p>
      </dsp:txBody>
      <dsp:txXfrm>
        <a:off x="1849729" y="2683646"/>
        <a:ext cx="6753662" cy="362326"/>
      </dsp:txXfrm>
    </dsp:sp>
    <dsp:sp modelId="{4C926F90-0404-4CD0-A118-EAA06C29BFA3}">
      <dsp:nvSpPr>
        <dsp:cNvPr id="0" name=""/>
        <dsp:cNvSpPr/>
      </dsp:nvSpPr>
      <dsp:spPr>
        <a:xfrm>
          <a:off x="1720678" y="3045972"/>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11C853-75AC-4FA4-A3FE-3F60212776FF}">
      <dsp:nvSpPr>
        <dsp:cNvPr id="0" name=""/>
        <dsp:cNvSpPr/>
      </dsp:nvSpPr>
      <dsp:spPr>
        <a:xfrm>
          <a:off x="1849729" y="3064089"/>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Clr>
              <a:srgbClr val="002060"/>
            </a:buClr>
            <a:buFont typeface="+mj-lt"/>
            <a:buNone/>
          </a:pPr>
          <a:r>
            <a:rPr lang="en-IN" sz="1100" kern="1200" dirty="0">
              <a:latin typeface="Times New Roman" panose="02020603050405020304" pitchFamily="18" charset="0"/>
              <a:cs typeface="Times New Roman" panose="02020603050405020304" pitchFamily="18" charset="0"/>
            </a:rPr>
            <a:t>9. If the choice is View, Update, Delete, or Reports, give the message saying that the corresponding feature will be implemented in the future phase of the project.</a:t>
          </a:r>
        </a:p>
      </dsp:txBody>
      <dsp:txXfrm>
        <a:off x="1849729" y="3064089"/>
        <a:ext cx="6753662" cy="362326"/>
      </dsp:txXfrm>
    </dsp:sp>
    <dsp:sp modelId="{EE9A01D3-959F-45F8-9EBF-8581016D3B20}">
      <dsp:nvSpPr>
        <dsp:cNvPr id="0" name=""/>
        <dsp:cNvSpPr/>
      </dsp:nvSpPr>
      <dsp:spPr>
        <a:xfrm>
          <a:off x="1720678" y="3426415"/>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F17577A-C618-477D-A1D4-3043C36371CF}">
      <dsp:nvSpPr>
        <dsp:cNvPr id="0" name=""/>
        <dsp:cNvSpPr/>
      </dsp:nvSpPr>
      <dsp:spPr>
        <a:xfrm>
          <a:off x="1849729" y="3444532"/>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latin typeface="Times New Roman" panose="02020603050405020304" pitchFamily="18" charset="0"/>
              <a:cs typeface="Times New Roman" panose="02020603050405020304" pitchFamily="18" charset="0"/>
            </a:rPr>
            <a:t>10. If the choice is Exit, save all data and exit the program.</a:t>
          </a:r>
        </a:p>
      </dsp:txBody>
      <dsp:txXfrm>
        <a:off x="1849729" y="3444532"/>
        <a:ext cx="6753662" cy="362326"/>
      </dsp:txXfrm>
    </dsp:sp>
    <dsp:sp modelId="{631D51DD-BAC4-40AB-82EA-6E812508FB4A}">
      <dsp:nvSpPr>
        <dsp:cNvPr id="0" name=""/>
        <dsp:cNvSpPr/>
      </dsp:nvSpPr>
      <dsp:spPr>
        <a:xfrm>
          <a:off x="1720678" y="3806858"/>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C2B959-66FF-4407-AEFA-8EDBED82064E}">
      <dsp:nvSpPr>
        <dsp:cNvPr id="0" name=""/>
        <dsp:cNvSpPr/>
      </dsp:nvSpPr>
      <dsp:spPr>
        <a:xfrm>
          <a:off x="1849729" y="3824974"/>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latin typeface="Times New Roman" panose="02020603050405020304" pitchFamily="18" charset="0"/>
              <a:cs typeface="Times New Roman" panose="02020603050405020304" pitchFamily="18" charset="0"/>
            </a:rPr>
            <a:t>11. If the choice is not one of the menu items, show the error message and show the menu again.</a:t>
          </a:r>
        </a:p>
      </dsp:txBody>
      <dsp:txXfrm>
        <a:off x="1849729" y="3824974"/>
        <a:ext cx="6753662" cy="362326"/>
      </dsp:txXfrm>
    </dsp:sp>
    <dsp:sp modelId="{CA9FE242-40D1-418F-92BE-88F07AFD1F9F}">
      <dsp:nvSpPr>
        <dsp:cNvPr id="0" name=""/>
        <dsp:cNvSpPr/>
      </dsp:nvSpPr>
      <dsp:spPr>
        <a:xfrm>
          <a:off x="1720678" y="4187301"/>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2BA0CB-F75E-459A-953B-23B22D7F4239}">
      <dsp:nvSpPr>
        <dsp:cNvPr id="0" name=""/>
        <dsp:cNvSpPr/>
      </dsp:nvSpPr>
      <dsp:spPr>
        <a:xfrm>
          <a:off x="1849729" y="4205417"/>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latin typeface="Times New Roman" panose="02020603050405020304" pitchFamily="18" charset="0"/>
              <a:cs typeface="Times New Roman" panose="02020603050405020304" pitchFamily="18" charset="0"/>
            </a:rPr>
            <a:t>12. Keep going back to step 3 to step 8 until exit.</a:t>
          </a:r>
        </a:p>
      </dsp:txBody>
      <dsp:txXfrm>
        <a:off x="1849729" y="4205417"/>
        <a:ext cx="6753662" cy="362326"/>
      </dsp:txXfrm>
    </dsp:sp>
    <dsp:sp modelId="{DB4FC683-5839-47A7-A9DA-AD20FA4E2379}">
      <dsp:nvSpPr>
        <dsp:cNvPr id="0" name=""/>
        <dsp:cNvSpPr/>
      </dsp:nvSpPr>
      <dsp:spPr>
        <a:xfrm>
          <a:off x="1720678" y="4567744"/>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F678112-9B47-48AC-BFFE-1B04A13A9690}">
      <dsp:nvSpPr>
        <dsp:cNvPr id="0" name=""/>
        <dsp:cNvSpPr/>
      </dsp:nvSpPr>
      <dsp:spPr>
        <a:xfrm>
          <a:off x="1849729" y="4585860"/>
          <a:ext cx="6753662" cy="362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latin typeface="Times New Roman" panose="02020603050405020304" pitchFamily="18" charset="0"/>
              <a:cs typeface="Times New Roman" panose="02020603050405020304" pitchFamily="18" charset="0"/>
            </a:rPr>
            <a:t>13. End.</a:t>
          </a:r>
        </a:p>
      </dsp:txBody>
      <dsp:txXfrm>
        <a:off x="1849729" y="4585860"/>
        <a:ext cx="6753662" cy="362326"/>
      </dsp:txXfrm>
    </dsp:sp>
    <dsp:sp modelId="{F96292AD-8289-4960-B54A-73F7E4182CF2}">
      <dsp:nvSpPr>
        <dsp:cNvPr id="0" name=""/>
        <dsp:cNvSpPr/>
      </dsp:nvSpPr>
      <dsp:spPr>
        <a:xfrm>
          <a:off x="1720678" y="4948187"/>
          <a:ext cx="688271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80322-288F-4908-8AFD-BA88F0B74F3A}">
      <dsp:nvSpPr>
        <dsp:cNvPr id="0" name=""/>
        <dsp:cNvSpPr/>
      </dsp:nvSpPr>
      <dsp:spPr>
        <a:xfrm>
          <a:off x="0" y="297544"/>
          <a:ext cx="8316097" cy="352800"/>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032C76-6ED4-4C34-BC75-9647D86FDE92}">
      <dsp:nvSpPr>
        <dsp:cNvPr id="0" name=""/>
        <dsp:cNvSpPr/>
      </dsp:nvSpPr>
      <dsp:spPr>
        <a:xfrm>
          <a:off x="415804" y="90904"/>
          <a:ext cx="5821267" cy="41328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030" tIns="0" rIns="220030" bIns="0" numCol="1" spcCol="1270" anchor="ctr" anchorCtr="0">
          <a:noAutofit/>
        </a:bodyPr>
        <a:lstStyle/>
        <a:p>
          <a:pPr marL="0" lvl="0" indent="0" algn="l" defTabSz="622300">
            <a:lnSpc>
              <a:spcPct val="90000"/>
            </a:lnSpc>
            <a:spcBef>
              <a:spcPct val="0"/>
            </a:spcBef>
            <a:spcAft>
              <a:spcPct val="35000"/>
            </a:spcAft>
            <a:buFont typeface="+mj-lt"/>
            <a:buNone/>
          </a:pPr>
          <a:r>
            <a:rPr lang="en-IN" sz="1400" b="1" kern="1200" dirty="0">
              <a:latin typeface="Times New Roman" panose="02020603050405020304" pitchFamily="18" charset="0"/>
              <a:cs typeface="Times New Roman" panose="02020603050405020304" pitchFamily="18" charset="0"/>
            </a:rPr>
            <a:t>csv library</a:t>
          </a:r>
          <a:r>
            <a:rPr lang="en-IN" sz="1400" kern="1200" dirty="0">
              <a:latin typeface="Times New Roman" panose="02020603050405020304" pitchFamily="18" charset="0"/>
              <a:cs typeface="Times New Roman" panose="02020603050405020304" pitchFamily="18" charset="0"/>
            </a:rPr>
            <a:t> — writes each transaction as a clean, structured row so the data can be read by Excel or Python itself.</a:t>
          </a:r>
          <a:endParaRPr lang="en-IN" sz="1400" kern="1200" dirty="0"/>
        </a:p>
      </dsp:txBody>
      <dsp:txXfrm>
        <a:off x="435979" y="111079"/>
        <a:ext cx="5780917" cy="372930"/>
      </dsp:txXfrm>
    </dsp:sp>
    <dsp:sp modelId="{62E89DCF-7D5B-4274-B5A4-BA5EB488C62B}">
      <dsp:nvSpPr>
        <dsp:cNvPr id="0" name=""/>
        <dsp:cNvSpPr/>
      </dsp:nvSpPr>
      <dsp:spPr>
        <a:xfrm>
          <a:off x="0" y="932584"/>
          <a:ext cx="8316097" cy="352800"/>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C4A0246-D5D6-4D97-B7B5-3689C0942F26}">
      <dsp:nvSpPr>
        <dsp:cNvPr id="0" name=""/>
        <dsp:cNvSpPr/>
      </dsp:nvSpPr>
      <dsp:spPr>
        <a:xfrm>
          <a:off x="415804" y="725944"/>
          <a:ext cx="5821267" cy="41328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030" tIns="0" rIns="220030" bIns="0" numCol="1" spcCol="1270" anchor="ctr" anchorCtr="0">
          <a:noAutofit/>
        </a:bodyPr>
        <a:lstStyle/>
        <a:p>
          <a:pPr marL="0" lvl="0" indent="0" algn="l" defTabSz="622300">
            <a:lnSpc>
              <a:spcPct val="90000"/>
            </a:lnSpc>
            <a:spcBef>
              <a:spcPct val="0"/>
            </a:spcBef>
            <a:spcAft>
              <a:spcPct val="35000"/>
            </a:spcAft>
            <a:buFont typeface="+mj-lt"/>
            <a:buNone/>
          </a:pPr>
          <a:r>
            <a:rPr lang="en-IN" sz="1400" b="1" kern="1200" dirty="0" err="1">
              <a:latin typeface="Times New Roman" panose="02020603050405020304" pitchFamily="18" charset="0"/>
              <a:cs typeface="Times New Roman" panose="02020603050405020304" pitchFamily="18" charset="0"/>
            </a:rPr>
            <a:t>os</a:t>
          </a:r>
          <a:r>
            <a:rPr lang="en-IN" sz="1400" b="1" kern="1200" dirty="0">
              <a:latin typeface="Times New Roman" panose="02020603050405020304" pitchFamily="18" charset="0"/>
              <a:cs typeface="Times New Roman" panose="02020603050405020304" pitchFamily="18" charset="0"/>
            </a:rPr>
            <a:t> library</a:t>
          </a:r>
          <a:r>
            <a:rPr lang="en-IN" sz="1400" kern="1200" dirty="0">
              <a:latin typeface="Times New Roman" panose="02020603050405020304" pitchFamily="18" charset="0"/>
              <a:cs typeface="Times New Roman" panose="02020603050405020304" pitchFamily="18" charset="0"/>
            </a:rPr>
            <a:t> — checks if expenses.csv already exists, so old data is never overwritten on restart.</a:t>
          </a:r>
          <a:endParaRPr lang="en-IN" sz="1400" kern="1200" dirty="0"/>
        </a:p>
      </dsp:txBody>
      <dsp:txXfrm>
        <a:off x="435979" y="746119"/>
        <a:ext cx="5780917" cy="372930"/>
      </dsp:txXfrm>
    </dsp:sp>
    <dsp:sp modelId="{0A762E58-B46E-4D71-8B50-C16FA238F095}">
      <dsp:nvSpPr>
        <dsp:cNvPr id="0" name=""/>
        <dsp:cNvSpPr/>
      </dsp:nvSpPr>
      <dsp:spPr>
        <a:xfrm>
          <a:off x="0" y="1567624"/>
          <a:ext cx="8316097" cy="352800"/>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9E81DF-9983-4433-A05E-5101498317FF}">
      <dsp:nvSpPr>
        <dsp:cNvPr id="0" name=""/>
        <dsp:cNvSpPr/>
      </dsp:nvSpPr>
      <dsp:spPr>
        <a:xfrm>
          <a:off x="415804" y="1360984"/>
          <a:ext cx="5821267" cy="41328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030" tIns="0" rIns="220030" bIns="0" numCol="1" spcCol="1270" anchor="ctr" anchorCtr="0">
          <a:noAutofit/>
        </a:bodyPr>
        <a:lstStyle/>
        <a:p>
          <a:pPr marL="0" lvl="0" indent="0" algn="l" defTabSz="622300">
            <a:lnSpc>
              <a:spcPct val="90000"/>
            </a:lnSpc>
            <a:spcBef>
              <a:spcPct val="0"/>
            </a:spcBef>
            <a:spcAft>
              <a:spcPct val="35000"/>
            </a:spcAft>
            <a:buFont typeface="+mj-lt"/>
            <a:buNone/>
          </a:pPr>
          <a:r>
            <a:rPr lang="en-IN" sz="1400" b="1" kern="1200" dirty="0">
              <a:latin typeface="Times New Roman" panose="02020603050405020304" pitchFamily="18" charset="0"/>
              <a:cs typeface="Times New Roman" panose="02020603050405020304" pitchFamily="18" charset="0"/>
            </a:rPr>
            <a:t>Functions</a:t>
          </a:r>
          <a:r>
            <a:rPr lang="en-IN" sz="1400" kern="1200" dirty="0">
              <a:latin typeface="Times New Roman" panose="02020603050405020304" pitchFamily="18" charset="0"/>
              <a:cs typeface="Times New Roman" panose="02020603050405020304" pitchFamily="18" charset="0"/>
            </a:rPr>
            <a:t> — the program is split into small tasks (</a:t>
          </a:r>
          <a:r>
            <a:rPr lang="en-IN" sz="1400" kern="1200" dirty="0" err="1">
              <a:latin typeface="Times New Roman" panose="02020603050405020304" pitchFamily="18" charset="0"/>
              <a:cs typeface="Times New Roman" panose="02020603050405020304" pitchFamily="18" charset="0"/>
            </a:rPr>
            <a:t>add_transaction</a:t>
          </a:r>
          <a:r>
            <a:rPr lang="en-IN" sz="1400" kern="1200" dirty="0">
              <a:latin typeface="Times New Roman" panose="02020603050405020304" pitchFamily="18" charset="0"/>
              <a:cs typeface="Times New Roman" panose="02020603050405020304" pitchFamily="18" charset="0"/>
            </a:rPr>
            <a:t>(), </a:t>
          </a:r>
          <a:r>
            <a:rPr lang="en-IN" sz="1400" kern="1200" dirty="0" err="1">
              <a:latin typeface="Times New Roman" panose="02020603050405020304" pitchFamily="18" charset="0"/>
              <a:cs typeface="Times New Roman" panose="02020603050405020304" pitchFamily="18" charset="0"/>
            </a:rPr>
            <a:t>display_menu</a:t>
          </a:r>
          <a:r>
            <a:rPr lang="en-IN" sz="1400" kern="1200" dirty="0">
              <a:latin typeface="Times New Roman" panose="02020603050405020304" pitchFamily="18" charset="0"/>
              <a:cs typeface="Times New Roman" panose="02020603050405020304" pitchFamily="18" charset="0"/>
            </a:rPr>
            <a:t>(), etc.), each doing one job.</a:t>
          </a:r>
          <a:endParaRPr lang="en-IN" sz="1400" kern="1200" dirty="0"/>
        </a:p>
      </dsp:txBody>
      <dsp:txXfrm>
        <a:off x="435979" y="1381159"/>
        <a:ext cx="5780917" cy="372930"/>
      </dsp:txXfrm>
    </dsp:sp>
    <dsp:sp modelId="{4B56BA39-E07A-4EFE-89CB-CCAA2CDC50C9}">
      <dsp:nvSpPr>
        <dsp:cNvPr id="0" name=""/>
        <dsp:cNvSpPr/>
      </dsp:nvSpPr>
      <dsp:spPr>
        <a:xfrm>
          <a:off x="0" y="2202664"/>
          <a:ext cx="8316097" cy="352800"/>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E73B88-6074-47C7-B802-68640FC9AB40}">
      <dsp:nvSpPr>
        <dsp:cNvPr id="0" name=""/>
        <dsp:cNvSpPr/>
      </dsp:nvSpPr>
      <dsp:spPr>
        <a:xfrm>
          <a:off x="415804" y="1996024"/>
          <a:ext cx="5821267" cy="41328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030" tIns="0" rIns="220030" bIns="0" numCol="1" spcCol="1270" anchor="ctr" anchorCtr="0">
          <a:noAutofit/>
        </a:bodyPr>
        <a:lstStyle/>
        <a:p>
          <a:pPr marL="0" lvl="0" indent="0" algn="l" defTabSz="622300">
            <a:lnSpc>
              <a:spcPct val="90000"/>
            </a:lnSpc>
            <a:spcBef>
              <a:spcPct val="0"/>
            </a:spcBef>
            <a:spcAft>
              <a:spcPct val="35000"/>
            </a:spcAft>
            <a:buFont typeface="+mj-lt"/>
            <a:buNone/>
          </a:pPr>
          <a:r>
            <a:rPr lang="en-IN" sz="1400" b="1" kern="1200" dirty="0">
              <a:latin typeface="Times New Roman" panose="02020603050405020304" pitchFamily="18" charset="0"/>
              <a:cs typeface="Times New Roman" panose="02020603050405020304" pitchFamily="18" charset="0"/>
            </a:rPr>
            <a:t>Loop (while True)</a:t>
          </a:r>
          <a:r>
            <a:rPr lang="en-IN" sz="1400" kern="1200" dirty="0">
              <a:latin typeface="Times New Roman" panose="02020603050405020304" pitchFamily="18" charset="0"/>
              <a:cs typeface="Times New Roman" panose="02020603050405020304" pitchFamily="18" charset="0"/>
            </a:rPr>
            <a:t> — keeps the menu running so the user can add multiple entries without restarting the program.</a:t>
          </a:r>
          <a:endParaRPr lang="en-IN" sz="1400" kern="1200" dirty="0"/>
        </a:p>
      </dsp:txBody>
      <dsp:txXfrm>
        <a:off x="435979" y="2016199"/>
        <a:ext cx="5780917" cy="372930"/>
      </dsp:txXfrm>
    </dsp:sp>
    <dsp:sp modelId="{EDB125DD-FA68-479B-89D9-38DDA1B657A1}">
      <dsp:nvSpPr>
        <dsp:cNvPr id="0" name=""/>
        <dsp:cNvSpPr/>
      </dsp:nvSpPr>
      <dsp:spPr>
        <a:xfrm>
          <a:off x="0" y="2837704"/>
          <a:ext cx="8316097" cy="352800"/>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06CFDD1-8364-407A-94D7-DF0F2E702133}">
      <dsp:nvSpPr>
        <dsp:cNvPr id="0" name=""/>
        <dsp:cNvSpPr/>
      </dsp:nvSpPr>
      <dsp:spPr>
        <a:xfrm>
          <a:off x="415804" y="2631064"/>
          <a:ext cx="5821267" cy="41328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030" tIns="0" rIns="220030" bIns="0" numCol="1" spcCol="1270" anchor="ctr" anchorCtr="0">
          <a:noAutofit/>
        </a:bodyPr>
        <a:lstStyle/>
        <a:p>
          <a:pPr marL="0" lvl="0" indent="0" algn="l" defTabSz="622300">
            <a:lnSpc>
              <a:spcPct val="90000"/>
            </a:lnSpc>
            <a:spcBef>
              <a:spcPct val="0"/>
            </a:spcBef>
            <a:spcAft>
              <a:spcPct val="35000"/>
            </a:spcAft>
            <a:buFont typeface="+mj-lt"/>
            <a:buNone/>
          </a:pPr>
          <a:r>
            <a:rPr lang="en-IN" sz="1400" b="1" kern="1200" dirty="0">
              <a:latin typeface="Times New Roman" panose="02020603050405020304" pitchFamily="18" charset="0"/>
              <a:cs typeface="Times New Roman" panose="02020603050405020304" pitchFamily="18" charset="0"/>
            </a:rPr>
            <a:t>If-</a:t>
          </a:r>
          <a:r>
            <a:rPr lang="en-IN" sz="1400" b="1" kern="1200" dirty="0" err="1">
              <a:latin typeface="Times New Roman" panose="02020603050405020304" pitchFamily="18" charset="0"/>
              <a:cs typeface="Times New Roman" panose="02020603050405020304" pitchFamily="18" charset="0"/>
            </a:rPr>
            <a:t>elif</a:t>
          </a:r>
          <a:r>
            <a:rPr lang="en-IN" sz="1400" b="1" kern="1200" dirty="0">
              <a:latin typeface="Times New Roman" panose="02020603050405020304" pitchFamily="18" charset="0"/>
              <a:cs typeface="Times New Roman" panose="02020603050405020304" pitchFamily="18" charset="0"/>
            </a:rPr>
            <a:t>-else</a:t>
          </a:r>
          <a:r>
            <a:rPr lang="en-IN" sz="1400" kern="1200" dirty="0">
              <a:latin typeface="Times New Roman" panose="02020603050405020304" pitchFamily="18" charset="0"/>
              <a:cs typeface="Times New Roman" panose="02020603050405020304" pitchFamily="18" charset="0"/>
            </a:rPr>
            <a:t> — decides what to do based on the user's menu choice and checks the entry type is valid.</a:t>
          </a:r>
        </a:p>
      </dsp:txBody>
      <dsp:txXfrm>
        <a:off x="435979" y="2651239"/>
        <a:ext cx="5780917" cy="372930"/>
      </dsp:txXfrm>
    </dsp:sp>
    <dsp:sp modelId="{CE4D0B7D-7B90-4E84-868D-F77B1D27F1A9}">
      <dsp:nvSpPr>
        <dsp:cNvPr id="0" name=""/>
        <dsp:cNvSpPr/>
      </dsp:nvSpPr>
      <dsp:spPr>
        <a:xfrm>
          <a:off x="0" y="3472744"/>
          <a:ext cx="8316097" cy="352800"/>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E1EE2F3-DFD5-4773-86EA-3443A65AE0B5}">
      <dsp:nvSpPr>
        <dsp:cNvPr id="0" name=""/>
        <dsp:cNvSpPr/>
      </dsp:nvSpPr>
      <dsp:spPr>
        <a:xfrm>
          <a:off x="415804" y="3266104"/>
          <a:ext cx="5821267" cy="41328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030" tIns="0" rIns="220030" bIns="0" numCol="1" spcCol="1270" anchor="ctr" anchorCtr="0">
          <a:noAutofit/>
        </a:bodyPr>
        <a:lstStyle/>
        <a:p>
          <a:pPr marL="0" lvl="0" indent="0" algn="l" defTabSz="622300">
            <a:lnSpc>
              <a:spcPct val="90000"/>
            </a:lnSpc>
            <a:spcBef>
              <a:spcPct val="0"/>
            </a:spcBef>
            <a:spcAft>
              <a:spcPct val="35000"/>
            </a:spcAft>
            <a:buFont typeface="+mj-lt"/>
            <a:buNone/>
          </a:pPr>
          <a:r>
            <a:rPr lang="en-IN" sz="1400" b="1" kern="1200" dirty="0">
              <a:latin typeface="Times New Roman" panose="02020603050405020304" pitchFamily="18" charset="0"/>
              <a:cs typeface="Times New Roman" panose="02020603050405020304" pitchFamily="18" charset="0"/>
            </a:rPr>
            <a:t>Try-except</a:t>
          </a:r>
          <a:r>
            <a:rPr lang="en-IN" sz="1400" kern="1200" dirty="0">
              <a:latin typeface="Times New Roman" panose="02020603050405020304" pitchFamily="18" charset="0"/>
              <a:cs typeface="Times New Roman" panose="02020603050405020304" pitchFamily="18" charset="0"/>
            </a:rPr>
            <a:t> — catches invalid input (like typing text instead of a number) so the program doesn't crash.</a:t>
          </a:r>
        </a:p>
      </dsp:txBody>
      <dsp:txXfrm>
        <a:off x="435979" y="3286279"/>
        <a:ext cx="5780917" cy="372930"/>
      </dsp:txXfrm>
    </dsp:sp>
    <dsp:sp modelId="{7E5F453D-4A68-404F-B824-48D225EC5C9D}">
      <dsp:nvSpPr>
        <dsp:cNvPr id="0" name=""/>
        <dsp:cNvSpPr/>
      </dsp:nvSpPr>
      <dsp:spPr>
        <a:xfrm>
          <a:off x="0" y="4107784"/>
          <a:ext cx="8316097" cy="352800"/>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D56F10C-4A2B-4DA6-B21F-379F4708EDD1}">
      <dsp:nvSpPr>
        <dsp:cNvPr id="0" name=""/>
        <dsp:cNvSpPr/>
      </dsp:nvSpPr>
      <dsp:spPr>
        <a:xfrm>
          <a:off x="415804" y="3901144"/>
          <a:ext cx="5821267" cy="41328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030" tIns="0" rIns="220030" bIns="0" numCol="1" spcCol="1270" anchor="ctr" anchorCtr="0">
          <a:noAutofit/>
        </a:bodyPr>
        <a:lstStyle/>
        <a:p>
          <a:pPr marL="0" lvl="0" indent="0" algn="l" defTabSz="622300">
            <a:lnSpc>
              <a:spcPct val="90000"/>
            </a:lnSpc>
            <a:spcBef>
              <a:spcPct val="0"/>
            </a:spcBef>
            <a:spcAft>
              <a:spcPct val="35000"/>
            </a:spcAft>
            <a:buFont typeface="+mj-lt"/>
            <a:buNone/>
          </a:pPr>
          <a:r>
            <a:rPr lang="en-IN" sz="1400" b="1" kern="1200" dirty="0">
              <a:latin typeface="Times New Roman" panose="02020603050405020304" pitchFamily="18" charset="0"/>
              <a:cs typeface="Times New Roman" panose="02020603050405020304" pitchFamily="18" charset="0"/>
            </a:rPr>
            <a:t>File handling (append mode)</a:t>
          </a:r>
          <a:r>
            <a:rPr lang="en-IN" sz="1400" kern="1200" dirty="0">
              <a:latin typeface="Times New Roman" panose="02020603050405020304" pitchFamily="18" charset="0"/>
              <a:cs typeface="Times New Roman" panose="02020603050405020304" pitchFamily="18" charset="0"/>
            </a:rPr>
            <a:t> — adds new transactions to the end of the file without deleting existing ones.</a:t>
          </a:r>
        </a:p>
      </dsp:txBody>
      <dsp:txXfrm>
        <a:off x="435979" y="3921319"/>
        <a:ext cx="5780917" cy="37293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p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9" name="Google Shape;49;p1:notes"/>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50" name="Google Shape;50;p1:notes"/>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S. B. Jain Institute of Technology Management and research</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f9a5c084c8_0_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f9a5c084c8_0_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3f9a5c084c8_0_0:notes"/>
          <p:cNvSpPr txBox="1">
            <a:spLocks noGrp="1"/>
          </p:cNvSpPr>
          <p:nvPr>
            <p:ph type="sldNum" idx="12"/>
          </p:nvPr>
        </p:nvSpPr>
        <p:spPr>
          <a:xfrm>
            <a:off x="5180013" y="6513513"/>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
          <p:cNvSpPr txBox="1">
            <a:spLocks noGrp="1"/>
          </p:cNvSpPr>
          <p:nvPr>
            <p:ph type="body" idx="1"/>
          </p:nvPr>
        </p:nvSpPr>
        <p:spPr>
          <a:xfrm>
            <a:off x="762000" y="1828800"/>
            <a:ext cx="7471409" cy="38100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 name="Google Shape;20;p5"/>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21" name="Google Shape;21;p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7"/>
          <p:cNvSpPr txBox="1">
            <a:spLocks noGrp="1"/>
          </p:cNvSpPr>
          <p:nvPr>
            <p:ph type="ctrTitle"/>
          </p:nvPr>
        </p:nvSpPr>
        <p:spPr>
          <a:xfrm>
            <a:off x="685800" y="2125980"/>
            <a:ext cx="77724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7"/>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28" name="Google Shape;28;p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7"/>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8"/>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35" name="Google Shape;35;p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8"/>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9"/>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40" name="Google Shape;40;p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9"/>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2"/>
        <p:cNvGrpSpPr/>
        <p:nvPr/>
      </p:nvGrpSpPr>
      <p:grpSpPr>
        <a:xfrm>
          <a:off x="0" y="0"/>
          <a:ext cx="0" cy="0"/>
          <a:chOff x="0" y="0"/>
          <a:chExt cx="0" cy="0"/>
        </a:xfrm>
      </p:grpSpPr>
      <p:sp>
        <p:nvSpPr>
          <p:cNvPr id="43" name="Google Shape;43;p10"/>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44" name="Google Shape;44;p1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0"/>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p:nvPr/>
        </p:nvSpPr>
        <p:spPr>
          <a:xfrm>
            <a:off x="146050" y="6390640"/>
            <a:ext cx="8832850" cy="309880"/>
          </a:xfrm>
          <a:custGeom>
            <a:avLst/>
            <a:gdLst/>
            <a:ahLst/>
            <a:cxnLst/>
            <a:rect l="l" t="t" r="r" b="b"/>
            <a:pathLst>
              <a:path w="8832850" h="309879" extrusionOk="0">
                <a:moveTo>
                  <a:pt x="8832850" y="0"/>
                </a:moveTo>
                <a:lnTo>
                  <a:pt x="0" y="0"/>
                </a:lnTo>
                <a:lnTo>
                  <a:pt x="0" y="309880"/>
                </a:lnTo>
                <a:lnTo>
                  <a:pt x="8832850" y="309880"/>
                </a:lnTo>
                <a:close/>
              </a:path>
            </a:pathLst>
          </a:custGeom>
          <a:solidFill>
            <a:srgbClr val="8BACA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4"/>
          <p:cNvSpPr/>
          <p:nvPr/>
        </p:nvSpPr>
        <p:spPr>
          <a:xfrm>
            <a:off x="152400" y="158750"/>
            <a:ext cx="8832850" cy="6546850"/>
          </a:xfrm>
          <a:custGeom>
            <a:avLst/>
            <a:gdLst/>
            <a:ahLst/>
            <a:cxnLst/>
            <a:rect l="l" t="t" r="r" b="b"/>
            <a:pathLst>
              <a:path w="8832850" h="6546850" extrusionOk="0">
                <a:moveTo>
                  <a:pt x="4415790" y="6546850"/>
                </a:moveTo>
                <a:lnTo>
                  <a:pt x="0" y="6546850"/>
                </a:lnTo>
                <a:lnTo>
                  <a:pt x="0" y="0"/>
                </a:lnTo>
                <a:lnTo>
                  <a:pt x="8832850" y="0"/>
                </a:lnTo>
                <a:lnTo>
                  <a:pt x="8832850" y="6546850"/>
                </a:lnTo>
                <a:lnTo>
                  <a:pt x="4415790" y="6546850"/>
                </a:lnTo>
                <a:close/>
              </a:path>
            </a:pathLst>
          </a:custGeom>
          <a:noFill/>
          <a:ln w="9525" cap="flat" cmpd="sng">
            <a:solidFill>
              <a:srgbClr val="7A97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12;p4"/>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4"/>
          <p:cNvSpPr txBox="1">
            <a:spLocks noGrp="1"/>
          </p:cNvSpPr>
          <p:nvPr>
            <p:ph type="body" idx="1"/>
          </p:nvPr>
        </p:nvSpPr>
        <p:spPr>
          <a:xfrm>
            <a:off x="762000" y="1828800"/>
            <a:ext cx="7471409" cy="38100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4" name="Google Shape;14;p4"/>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200" b="0"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S. B. Jain Institute of Technology Management and research</a:t>
            </a:r>
            <a:endParaRPr/>
          </a:p>
        </p:txBody>
      </p:sp>
      <p:sp>
        <p:nvSpPr>
          <p:cNvPr id="15" name="Google Shape;15;p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4"/>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rtl="0">
              <a:lnSpc>
                <a:spcPct val="116875"/>
              </a:lnSpc>
              <a:spcBef>
                <a:spcPts val="0"/>
              </a:spcBef>
              <a:buNone/>
              <a:defRPr sz="1600" b="0" i="0" u="none">
                <a:solidFill>
                  <a:schemeClr val="lt1"/>
                </a:solidFill>
                <a:latin typeface="Arial"/>
                <a:ea typeface="Arial"/>
                <a:cs typeface="Arial"/>
                <a:sym typeface="Arial"/>
              </a:defRPr>
            </a:lvl1pPr>
            <a:lvl2pPr marL="38100" marR="0" lvl="1" indent="0" algn="l" rtl="0">
              <a:lnSpc>
                <a:spcPct val="116875"/>
              </a:lnSpc>
              <a:spcBef>
                <a:spcPts val="0"/>
              </a:spcBef>
              <a:buNone/>
              <a:defRPr sz="1600" b="0" i="0" u="none">
                <a:solidFill>
                  <a:schemeClr val="lt1"/>
                </a:solidFill>
                <a:latin typeface="Arial"/>
                <a:ea typeface="Arial"/>
                <a:cs typeface="Arial"/>
                <a:sym typeface="Arial"/>
              </a:defRPr>
            </a:lvl2pPr>
            <a:lvl3pPr marL="38100" marR="0" lvl="2" indent="0" algn="l" rtl="0">
              <a:lnSpc>
                <a:spcPct val="116875"/>
              </a:lnSpc>
              <a:spcBef>
                <a:spcPts val="0"/>
              </a:spcBef>
              <a:buNone/>
              <a:defRPr sz="1600" b="0" i="0" u="none">
                <a:solidFill>
                  <a:schemeClr val="lt1"/>
                </a:solidFill>
                <a:latin typeface="Arial"/>
                <a:ea typeface="Arial"/>
                <a:cs typeface="Arial"/>
                <a:sym typeface="Arial"/>
              </a:defRPr>
            </a:lvl3pPr>
            <a:lvl4pPr marL="38100" marR="0" lvl="3" indent="0" algn="l" rtl="0">
              <a:lnSpc>
                <a:spcPct val="116875"/>
              </a:lnSpc>
              <a:spcBef>
                <a:spcPts val="0"/>
              </a:spcBef>
              <a:buNone/>
              <a:defRPr sz="1600" b="0" i="0" u="none">
                <a:solidFill>
                  <a:schemeClr val="lt1"/>
                </a:solidFill>
                <a:latin typeface="Arial"/>
                <a:ea typeface="Arial"/>
                <a:cs typeface="Arial"/>
                <a:sym typeface="Arial"/>
              </a:defRPr>
            </a:lvl4pPr>
            <a:lvl5pPr marL="38100" marR="0" lvl="4" indent="0" algn="l" rtl="0">
              <a:lnSpc>
                <a:spcPct val="116875"/>
              </a:lnSpc>
              <a:spcBef>
                <a:spcPts val="0"/>
              </a:spcBef>
              <a:buNone/>
              <a:defRPr sz="1600" b="0" i="0" u="none">
                <a:solidFill>
                  <a:schemeClr val="lt1"/>
                </a:solidFill>
                <a:latin typeface="Arial"/>
                <a:ea typeface="Arial"/>
                <a:cs typeface="Arial"/>
                <a:sym typeface="Arial"/>
              </a:defRPr>
            </a:lvl5pPr>
            <a:lvl6pPr marL="38100" marR="0" lvl="5" indent="0" algn="l" rtl="0">
              <a:lnSpc>
                <a:spcPct val="116875"/>
              </a:lnSpc>
              <a:spcBef>
                <a:spcPts val="0"/>
              </a:spcBef>
              <a:buNone/>
              <a:defRPr sz="1600" b="0" i="0" u="none">
                <a:solidFill>
                  <a:schemeClr val="lt1"/>
                </a:solidFill>
                <a:latin typeface="Arial"/>
                <a:ea typeface="Arial"/>
                <a:cs typeface="Arial"/>
                <a:sym typeface="Arial"/>
              </a:defRPr>
            </a:lvl6pPr>
            <a:lvl7pPr marL="38100" marR="0" lvl="6" indent="0" algn="l" rtl="0">
              <a:lnSpc>
                <a:spcPct val="116875"/>
              </a:lnSpc>
              <a:spcBef>
                <a:spcPts val="0"/>
              </a:spcBef>
              <a:buNone/>
              <a:defRPr sz="1600" b="0" i="0" u="none">
                <a:solidFill>
                  <a:schemeClr val="lt1"/>
                </a:solidFill>
                <a:latin typeface="Arial"/>
                <a:ea typeface="Arial"/>
                <a:cs typeface="Arial"/>
                <a:sym typeface="Arial"/>
              </a:defRPr>
            </a:lvl7pPr>
            <a:lvl8pPr marL="38100" marR="0" lvl="7" indent="0" algn="l" rtl="0">
              <a:lnSpc>
                <a:spcPct val="116875"/>
              </a:lnSpc>
              <a:spcBef>
                <a:spcPts val="0"/>
              </a:spcBef>
              <a:buNone/>
              <a:defRPr sz="1600" b="0" i="0" u="none">
                <a:solidFill>
                  <a:schemeClr val="lt1"/>
                </a:solidFill>
                <a:latin typeface="Arial"/>
                <a:ea typeface="Arial"/>
                <a:cs typeface="Arial"/>
                <a:sym typeface="Arial"/>
              </a:defRPr>
            </a:lvl8pPr>
            <a:lvl9pPr marL="38100" marR="0" lvl="8" indent="0" algn="l" rtl="0">
              <a:lnSpc>
                <a:spcPct val="116875"/>
              </a:lnSpc>
              <a:spcBef>
                <a:spcPts val="0"/>
              </a:spcBef>
              <a:buNone/>
              <a:defRPr sz="1600" b="0" i="0" u="none">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a:spLocks noGrp="1"/>
          </p:cNvSpPr>
          <p:nvPr>
            <p:ph type="title"/>
          </p:nvPr>
        </p:nvSpPr>
        <p:spPr>
          <a:xfrm>
            <a:off x="304800" y="304800"/>
            <a:ext cx="8305800" cy="3398366"/>
          </a:xfrm>
          <a:prstGeom prst="rect">
            <a:avLst/>
          </a:prstGeom>
          <a:noFill/>
          <a:ln>
            <a:noFill/>
          </a:ln>
        </p:spPr>
        <p:txBody>
          <a:bodyPr spcFirstLastPara="1" wrap="square" lIns="0" tIns="12700" rIns="0" bIns="0" anchor="t" anchorCtr="0">
            <a:spAutoFit/>
          </a:bodyPr>
          <a:lstStyle/>
          <a:p>
            <a:pPr marL="12700" lvl="0" algn="ctr"/>
            <a:r>
              <a:rPr lang="en-US" sz="3200" b="1" dirty="0">
                <a:solidFill>
                  <a:srgbClr val="000000"/>
                </a:solidFill>
                <a:latin typeface="Times New Roman"/>
                <a:ea typeface="Times New Roman"/>
                <a:cs typeface="Times New Roman"/>
                <a:sym typeface="Times New Roman"/>
              </a:rPr>
              <a:t>Experiential Learning</a:t>
            </a:r>
            <a:br>
              <a:rPr lang="en-US" sz="3200" b="1" dirty="0">
                <a:solidFill>
                  <a:srgbClr val="000000"/>
                </a:solidFill>
                <a:latin typeface="Times New Roman"/>
                <a:ea typeface="Times New Roman"/>
                <a:cs typeface="Times New Roman"/>
                <a:sym typeface="Times New Roman"/>
              </a:rPr>
            </a:br>
            <a:r>
              <a:rPr lang="en-US" sz="3200" b="1" dirty="0">
                <a:solidFill>
                  <a:srgbClr val="000000"/>
                </a:solidFill>
                <a:latin typeface="Times New Roman"/>
                <a:ea typeface="Times New Roman"/>
                <a:cs typeface="Times New Roman"/>
                <a:sym typeface="Times New Roman"/>
              </a:rPr>
              <a:t>Project Assessment-I</a:t>
            </a:r>
            <a:br>
              <a:rPr lang="en-US" sz="3200" b="1" dirty="0">
                <a:solidFill>
                  <a:srgbClr val="000000"/>
                </a:solidFill>
                <a:latin typeface="Times New Roman"/>
                <a:ea typeface="Times New Roman"/>
                <a:cs typeface="Times New Roman"/>
                <a:sym typeface="Times New Roman"/>
              </a:rPr>
            </a:br>
            <a:r>
              <a:rPr lang="en-US" sz="3200" b="1" dirty="0">
                <a:solidFill>
                  <a:srgbClr val="000000"/>
                </a:solidFill>
                <a:latin typeface="Times New Roman"/>
                <a:ea typeface="Times New Roman"/>
                <a:cs typeface="Times New Roman"/>
                <a:sym typeface="Times New Roman"/>
              </a:rPr>
              <a:t>on</a:t>
            </a:r>
            <a:br>
              <a:rPr lang="en-US" sz="3200" b="1" dirty="0">
                <a:solidFill>
                  <a:srgbClr val="000000"/>
                </a:solidFill>
                <a:latin typeface="Times New Roman"/>
                <a:ea typeface="Times New Roman"/>
                <a:cs typeface="Times New Roman"/>
                <a:sym typeface="Times New Roman"/>
              </a:rPr>
            </a:br>
            <a:r>
              <a:rPr lang="en-US" sz="3200" b="1" dirty="0">
                <a:solidFill>
                  <a:srgbClr val="0000FF"/>
                </a:solidFill>
                <a:latin typeface="Times New Roman"/>
                <a:ea typeface="Times New Roman"/>
                <a:cs typeface="Times New Roman"/>
                <a:sym typeface="Times New Roman"/>
              </a:rPr>
              <a:t>“Personal Expense Tracker”</a:t>
            </a:r>
            <a:br>
              <a:rPr lang="en-US" sz="3200" b="1" dirty="0">
                <a:solidFill>
                  <a:srgbClr val="0000FF"/>
                </a:solidFill>
                <a:latin typeface="Times New Roman"/>
                <a:ea typeface="Times New Roman"/>
                <a:cs typeface="Times New Roman"/>
                <a:sym typeface="Times New Roman"/>
              </a:rPr>
            </a:br>
            <a:r>
              <a:rPr lang="en-US" sz="2800" b="1" dirty="0">
                <a:solidFill>
                  <a:srgbClr val="0000FF"/>
                </a:solidFill>
                <a:latin typeface="Times New Roman"/>
                <a:ea typeface="Times New Roman"/>
                <a:cs typeface="Times New Roman"/>
                <a:sym typeface="Times New Roman"/>
              </a:rPr>
              <a:t>under the course</a:t>
            </a:r>
            <a:br>
              <a:rPr lang="en-US" sz="3200" b="1" dirty="0">
                <a:solidFill>
                  <a:srgbClr val="0000FF"/>
                </a:solidFill>
                <a:latin typeface="Times New Roman"/>
                <a:ea typeface="Times New Roman"/>
                <a:cs typeface="Times New Roman"/>
                <a:sym typeface="Times New Roman"/>
              </a:rPr>
            </a:br>
            <a:r>
              <a:rPr lang="en-US" b="1" dirty="0">
                <a:solidFill>
                  <a:srgbClr val="0000FF"/>
                </a:solidFill>
                <a:latin typeface="Times New Roman"/>
                <a:ea typeface="Times New Roman"/>
                <a:cs typeface="Times New Roman"/>
                <a:sym typeface="Times New Roman"/>
              </a:rPr>
              <a:t>Python Programming Language (N-PCCCM304P)</a:t>
            </a:r>
            <a:br>
              <a:rPr lang="en-US" sz="3200" b="1" dirty="0">
                <a:solidFill>
                  <a:srgbClr val="0000FF"/>
                </a:solidFill>
                <a:latin typeface="Times New Roman"/>
                <a:ea typeface="Times New Roman"/>
                <a:cs typeface="Times New Roman"/>
                <a:sym typeface="Times New Roman"/>
              </a:rPr>
            </a:br>
            <a:endParaRPr sz="3200" dirty="0">
              <a:solidFill>
                <a:srgbClr val="0000FF"/>
              </a:solidFill>
              <a:latin typeface="Times New Roman"/>
              <a:ea typeface="Times New Roman"/>
              <a:cs typeface="Times New Roman"/>
              <a:sym typeface="Times New Roman"/>
            </a:endParaRPr>
          </a:p>
        </p:txBody>
      </p:sp>
      <p:sp>
        <p:nvSpPr>
          <p:cNvPr id="53" name="Google Shape;53;p1"/>
          <p:cNvSpPr/>
          <p:nvPr/>
        </p:nvSpPr>
        <p:spPr>
          <a:xfrm>
            <a:off x="685800" y="3295692"/>
            <a:ext cx="2743200" cy="1504908"/>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000" b="1" dirty="0">
                <a:solidFill>
                  <a:srgbClr val="000000"/>
                </a:solidFill>
                <a:latin typeface="Times New Roman"/>
                <a:ea typeface="Times New Roman"/>
                <a:cs typeface="Times New Roman"/>
                <a:sym typeface="Times New Roman"/>
              </a:rPr>
              <a:t>Presented By</a:t>
            </a:r>
            <a:endParaRPr dirty="0"/>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Sinchan Abhishek Tambe</a:t>
            </a:r>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CM25054</a:t>
            </a:r>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Section A</a:t>
            </a:r>
            <a:endParaRPr sz="1800" b="1"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1" dirty="0">
                <a:solidFill>
                  <a:srgbClr val="000000"/>
                </a:solidFill>
                <a:latin typeface="Times New Roman"/>
                <a:ea typeface="Times New Roman"/>
                <a:cs typeface="Times New Roman"/>
                <a:sym typeface="Times New Roman"/>
              </a:rPr>
              <a:t>                                    </a:t>
            </a:r>
            <a:endParaRPr sz="1800" dirty="0">
              <a:solidFill>
                <a:srgbClr val="0000FF"/>
              </a:solidFill>
              <a:latin typeface="Times New Roman"/>
              <a:ea typeface="Times New Roman"/>
              <a:cs typeface="Times New Roman"/>
              <a:sym typeface="Times New Roman"/>
            </a:endParaRPr>
          </a:p>
        </p:txBody>
      </p:sp>
      <p:sp>
        <p:nvSpPr>
          <p:cNvPr id="54" name="Google Shape;54;p1"/>
          <p:cNvSpPr/>
          <p:nvPr/>
        </p:nvSpPr>
        <p:spPr>
          <a:xfrm>
            <a:off x="5305425" y="3277000"/>
            <a:ext cx="3409950" cy="122256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Under the Guidance </a:t>
            </a:r>
            <a:endParaRPr/>
          </a:p>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of </a:t>
            </a:r>
            <a:endParaRPr sz="180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Mrs. Mayuri Getme</a:t>
            </a:r>
            <a:endParaRPr sz="2000">
              <a:solidFill>
                <a:srgbClr val="0000FF"/>
              </a:solidFill>
              <a:latin typeface="Times New Roman"/>
              <a:ea typeface="Times New Roman"/>
              <a:cs typeface="Times New Roman"/>
              <a:sym typeface="Times New Roman"/>
            </a:endParaRPr>
          </a:p>
        </p:txBody>
      </p:sp>
      <p:sp>
        <p:nvSpPr>
          <p:cNvPr id="55" name="Google Shape;55;p1"/>
          <p:cNvSpPr/>
          <p:nvPr/>
        </p:nvSpPr>
        <p:spPr>
          <a:xfrm>
            <a:off x="1447800" y="4648200"/>
            <a:ext cx="6629040" cy="3978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200" b="1">
                <a:solidFill>
                  <a:srgbClr val="000000"/>
                </a:solidFill>
                <a:latin typeface="Times New Roman"/>
                <a:ea typeface="Times New Roman"/>
                <a:cs typeface="Times New Roman"/>
                <a:sym typeface="Times New Roman"/>
              </a:rPr>
              <a:t>Session:2026-27 (ODD )</a:t>
            </a:r>
            <a:endParaRPr/>
          </a:p>
          <a:p>
            <a:pPr marL="0" marR="0" lvl="0" indent="0" algn="ctr" rtl="0">
              <a:lnSpc>
                <a:spcPct val="100000"/>
              </a:lnSpc>
              <a:spcBef>
                <a:spcPts val="0"/>
              </a:spcBef>
              <a:spcAft>
                <a:spcPts val="0"/>
              </a:spcAft>
              <a:buNone/>
            </a:pPr>
            <a:r>
              <a:rPr lang="en-US" sz="1800" b="1">
                <a:solidFill>
                  <a:srgbClr val="000000"/>
                </a:solidFill>
                <a:latin typeface="Times New Roman"/>
                <a:ea typeface="Times New Roman"/>
                <a:cs typeface="Times New Roman"/>
                <a:sym typeface="Times New Roman"/>
              </a:rPr>
              <a:t>Department of CSE(AI&amp;ML)</a:t>
            </a:r>
            <a:endParaRPr sz="1800" b="1">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56" name="Google Shape;56;p1"/>
          <p:cNvSpPr/>
          <p:nvPr/>
        </p:nvSpPr>
        <p:spPr>
          <a:xfrm>
            <a:off x="457200" y="5334000"/>
            <a:ext cx="8229600" cy="914400"/>
          </a:xfrm>
          <a:prstGeom prst="rect">
            <a:avLst/>
          </a:prstGeom>
          <a:noFill/>
          <a:ln>
            <a:noFill/>
          </a:ln>
        </p:spPr>
        <p:txBody>
          <a:bodyPr spcFirstLastPara="1" wrap="square" lIns="90000" tIns="45000" rIns="90000" bIns="45000" anchor="t" anchorCtr="0">
            <a:noAutofit/>
          </a:bodyPr>
          <a:lstStyle/>
          <a:p>
            <a:pPr marL="0" marR="0" lvl="0" indent="0" algn="ctr" rtl="0">
              <a:lnSpc>
                <a:spcPct val="93000"/>
              </a:lnSpc>
              <a:spcBef>
                <a:spcPts val="0"/>
              </a:spcBef>
              <a:spcAft>
                <a:spcPts val="0"/>
              </a:spcAft>
              <a:buNone/>
            </a:pPr>
            <a:r>
              <a:rPr lang="en-US" sz="2200" b="1">
                <a:solidFill>
                  <a:srgbClr val="000000"/>
                </a:solidFill>
                <a:latin typeface="Times New Roman"/>
                <a:ea typeface="Times New Roman"/>
                <a:cs typeface="Times New Roman"/>
                <a:sym typeface="Times New Roman"/>
              </a:rPr>
              <a:t>      </a:t>
            </a:r>
            <a:r>
              <a:rPr lang="en-US" sz="2000" b="1">
                <a:solidFill>
                  <a:srgbClr val="000000"/>
                </a:solidFill>
                <a:latin typeface="Times New Roman"/>
                <a:ea typeface="Times New Roman"/>
                <a:cs typeface="Times New Roman"/>
                <a:sym typeface="Times New Roman"/>
              </a:rPr>
              <a:t>S. B. JAIN INSTITUTE OF TECHNOLOGY MANAGEMENT AND RESEARCH,NAGPUR</a:t>
            </a:r>
            <a:endParaRPr/>
          </a:p>
          <a:p>
            <a:pPr marL="0" marR="0" lvl="0" indent="0" algn="ctr" rtl="0">
              <a:lnSpc>
                <a:spcPct val="93000"/>
              </a:lnSpc>
              <a:spcBef>
                <a:spcPts val="0"/>
              </a:spcBef>
              <a:spcAft>
                <a:spcPts val="0"/>
              </a:spcAft>
              <a:buNone/>
            </a:pPr>
            <a:r>
              <a:rPr lang="en-US" sz="2000" b="1">
                <a:solidFill>
                  <a:srgbClr val="000000"/>
                </a:solidFill>
                <a:latin typeface="Times New Roman"/>
                <a:ea typeface="Times New Roman"/>
                <a:cs typeface="Times New Roman"/>
                <a:sym typeface="Times New Roman"/>
              </a:rPr>
              <a:t>An Autonomous Institute, Affiliated to RTMNU, Nagpur</a:t>
            </a:r>
            <a:endParaRPr sz="2000">
              <a:solidFill>
                <a:schemeClr val="dk1"/>
              </a:solidFill>
              <a:latin typeface="Times New Roman"/>
              <a:ea typeface="Times New Roman"/>
              <a:cs typeface="Times New Roman"/>
              <a:sym typeface="Times New Roman"/>
            </a:endParaRPr>
          </a:p>
        </p:txBody>
      </p:sp>
      <p:pic>
        <p:nvPicPr>
          <p:cNvPr id="57" name="Google Shape;57;p1" descr="C:\Users\PROJECT LAB\Desktop\College LOGO.png"/>
          <p:cNvPicPr preferRelativeResize="0"/>
          <p:nvPr/>
        </p:nvPicPr>
        <p:blipFill rotWithShape="1">
          <a:blip r:embed="rId3">
            <a:alphaModFix/>
          </a:blip>
          <a:srcRect/>
          <a:stretch/>
        </p:blipFill>
        <p:spPr>
          <a:xfrm>
            <a:off x="3838575" y="3286617"/>
            <a:ext cx="1466850" cy="1066801"/>
          </a:xfrm>
          <a:prstGeom prst="rect">
            <a:avLst/>
          </a:prstGeom>
          <a:noFill/>
          <a:ln>
            <a:noFill/>
          </a:ln>
        </p:spPr>
      </p:pic>
      <p:sp>
        <p:nvSpPr>
          <p:cNvPr id="58" name="Google Shape;58;p1"/>
          <p:cNvSpPr txBox="1">
            <a:spLocks noGrp="1"/>
          </p:cNvSpPr>
          <p:nvPr>
            <p:ph type="ftr" idx="11"/>
          </p:nvPr>
        </p:nvSpPr>
        <p:spPr>
          <a:xfrm>
            <a:off x="3352800" y="6477000"/>
            <a:ext cx="5637530" cy="215444"/>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None/>
            </a:pPr>
            <a:r>
              <a:rPr lang="en-US" sz="1400" b="1" dirty="0"/>
              <a:t>S. B. Jain Institute of Technology Management and research</a:t>
            </a:r>
            <a:endParaRPr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g3f9a5c084c8_0_0"/>
          <p:cNvSpPr txBox="1">
            <a:spLocks noGrp="1"/>
          </p:cNvSpPr>
          <p:nvPr>
            <p:ph type="title"/>
          </p:nvPr>
        </p:nvSpPr>
        <p:spPr>
          <a:xfrm>
            <a:off x="670559" y="346709"/>
            <a:ext cx="7803000" cy="738664"/>
          </a:xfrm>
          <a:prstGeom prst="rect">
            <a:avLst/>
          </a:prstGeom>
        </p:spPr>
        <p:txBody>
          <a:bodyPr spcFirstLastPara="1" wrap="square" lIns="0" tIns="0" rIns="0" bIns="0" anchor="t" anchorCtr="0">
            <a:spAutoFit/>
          </a:bodyPr>
          <a:lstStyle/>
          <a:p>
            <a:r>
              <a:rPr lang="en-US" u="sng" dirty="0">
                <a:latin typeface="Times New Roman" panose="02020603050405020304" pitchFamily="18" charset="0"/>
                <a:cs typeface="Times New Roman" panose="02020603050405020304" pitchFamily="18" charset="0"/>
              </a:rPr>
              <a:t>Problem statement:</a:t>
            </a:r>
            <a:br>
              <a:rPr lang="en-US" u="sng" dirty="0">
                <a:latin typeface="Times New Roman" panose="02020603050405020304" pitchFamily="18" charset="0"/>
                <a:cs typeface="Times New Roman" panose="02020603050405020304" pitchFamily="18" charset="0"/>
              </a:rPr>
            </a:br>
            <a:endParaRPr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2381893-7D7D-B902-E868-D8FCA57C25F8}"/>
              </a:ext>
            </a:extLst>
          </p:cNvPr>
          <p:cNvSpPr txBox="1"/>
          <p:nvPr/>
        </p:nvSpPr>
        <p:spPr>
          <a:xfrm>
            <a:off x="670441" y="882173"/>
            <a:ext cx="7803000" cy="1815882"/>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Personal Expense Tracker: </a:t>
            </a:r>
          </a:p>
          <a:p>
            <a:r>
              <a:rPr lang="en-IN" sz="1600" dirty="0">
                <a:latin typeface="Times New Roman" panose="02020603050405020304" pitchFamily="18" charset="0"/>
                <a:cs typeface="Times New Roman" panose="02020603050405020304" pitchFamily="18" charset="0"/>
              </a:rPr>
              <a:t>Develop a Python-based Personal Expense Tracker that helps users record, organize, and monitor their daily income and expenses. The application should allow users to add, view, update, and delete financial transactions, categorize expenses, calculate total income, total expenses, and current balance, and generate monthly or category-wise expense reports. The system should securely store financial records using file handling or a database and provide a simple, menu-driven interface for efficient personal finance management. </a:t>
            </a:r>
          </a:p>
        </p:txBody>
      </p:sp>
      <p:sp>
        <p:nvSpPr>
          <p:cNvPr id="2" name="Footer Placeholder 1">
            <a:extLst>
              <a:ext uri="{FF2B5EF4-FFF2-40B4-BE49-F238E27FC236}">
                <a16:creationId xmlns:a16="http://schemas.microsoft.com/office/drawing/2014/main" id="{9C2B6C9A-21D3-A31D-A2E8-9B9DB5ACFC06}"/>
              </a:ext>
            </a:extLst>
          </p:cNvPr>
          <p:cNvSpPr>
            <a:spLocks noGrp="1"/>
          </p:cNvSpPr>
          <p:nvPr>
            <p:ph type="ftr" idx="11"/>
          </p:nvPr>
        </p:nvSpPr>
        <p:spPr/>
        <p:txBody>
          <a:bodyPr/>
          <a:lstStyle/>
          <a:p>
            <a:r>
              <a:rPr lang="en-US"/>
              <a:t>S. B. Jain Institute of Technology Management and research</a:t>
            </a:r>
          </a:p>
        </p:txBody>
      </p:sp>
      <p:sp>
        <p:nvSpPr>
          <p:cNvPr id="5" name="TextBox 4">
            <a:extLst>
              <a:ext uri="{FF2B5EF4-FFF2-40B4-BE49-F238E27FC236}">
                <a16:creationId xmlns:a16="http://schemas.microsoft.com/office/drawing/2014/main" id="{76AA18D4-D08E-4CC0-02E3-C7B0108F9362}"/>
              </a:ext>
            </a:extLst>
          </p:cNvPr>
          <p:cNvSpPr txBox="1"/>
          <p:nvPr/>
        </p:nvSpPr>
        <p:spPr>
          <a:xfrm>
            <a:off x="670441" y="2871648"/>
            <a:ext cx="4572000" cy="461665"/>
          </a:xfrm>
          <a:prstGeom prst="rect">
            <a:avLst/>
          </a:prstGeom>
          <a:noFill/>
        </p:spPr>
        <p:txBody>
          <a:bodyPr wrap="square">
            <a:spAutoFit/>
          </a:bodyPr>
          <a:lstStyle/>
          <a:p>
            <a:pPr lvl="0" algn="l" rtl="0">
              <a:spcBef>
                <a:spcPts val="0"/>
              </a:spcBef>
              <a:spcAft>
                <a:spcPts val="0"/>
              </a:spcAft>
              <a:buClr>
                <a:schemeClr val="dk1"/>
              </a:buClr>
              <a:buSzPts val="1800"/>
            </a:pPr>
            <a:r>
              <a:rPr lang="en-US" sz="2400" u="sng" dirty="0">
                <a:latin typeface="Times New Roman" panose="02020603050405020304" pitchFamily="18" charset="0"/>
                <a:cs typeface="Times New Roman" panose="02020603050405020304" pitchFamily="18" charset="0"/>
              </a:rPr>
              <a:t>Objectives:</a:t>
            </a:r>
          </a:p>
        </p:txBody>
      </p:sp>
      <p:sp>
        <p:nvSpPr>
          <p:cNvPr id="7" name="TextBox 6">
            <a:extLst>
              <a:ext uri="{FF2B5EF4-FFF2-40B4-BE49-F238E27FC236}">
                <a16:creationId xmlns:a16="http://schemas.microsoft.com/office/drawing/2014/main" id="{061661C0-AED6-3085-20D3-8571B7BBCA54}"/>
              </a:ext>
            </a:extLst>
          </p:cNvPr>
          <p:cNvSpPr txBox="1"/>
          <p:nvPr/>
        </p:nvSpPr>
        <p:spPr>
          <a:xfrm>
            <a:off x="752764" y="3524688"/>
            <a:ext cx="7476836" cy="2308324"/>
          </a:xfrm>
          <a:prstGeom prst="rect">
            <a:avLst/>
          </a:prstGeom>
          <a:noFill/>
        </p:spPr>
        <p:txBody>
          <a:bodyPr wrap="square">
            <a:spAutoFit/>
          </a:bodyPr>
          <a:lstStyle/>
          <a:p>
            <a:pPr marL="342900" lvl="0" indent="-342900">
              <a:buFont typeface="Arial" panose="020B0604020202020204" pitchFamily="34" charset="0"/>
              <a:buChar char="•"/>
            </a:pPr>
            <a:r>
              <a:rPr lang="en-IN" sz="1600" dirty="0"/>
              <a:t>To design a </a:t>
            </a:r>
            <a:r>
              <a:rPr lang="en-IN" sz="1600" b="1" dirty="0"/>
              <a:t>menu-driven Python application</a:t>
            </a:r>
            <a:r>
              <a:rPr lang="en-IN" sz="1600" dirty="0"/>
              <a:t> for recording daily income and expenses.</a:t>
            </a:r>
          </a:p>
          <a:p>
            <a:pPr marL="342900" lvl="0" indent="-342900">
              <a:buFont typeface="Arial" panose="020B0604020202020204" pitchFamily="34" charset="0"/>
              <a:buChar char="•"/>
            </a:pPr>
            <a:r>
              <a:rPr lang="en-IN" sz="1600" dirty="0"/>
              <a:t>To let users </a:t>
            </a:r>
            <a:r>
              <a:rPr lang="en-IN" sz="1600" b="1" dirty="0"/>
              <a:t>add, view, update, and delete</a:t>
            </a:r>
            <a:r>
              <a:rPr lang="en-IN" sz="1600" dirty="0"/>
              <a:t> financial transactions easily.</a:t>
            </a:r>
          </a:p>
          <a:p>
            <a:pPr marL="342900" lvl="0" indent="-342900">
              <a:buFont typeface="Arial" panose="020B0604020202020204" pitchFamily="34" charset="0"/>
              <a:buChar char="•"/>
            </a:pPr>
            <a:r>
              <a:rPr lang="en-IN" sz="1600" dirty="0"/>
              <a:t>To </a:t>
            </a:r>
            <a:r>
              <a:rPr lang="en-IN" sz="1600" b="1" dirty="0"/>
              <a:t>categorize</a:t>
            </a:r>
            <a:r>
              <a:rPr lang="en-IN" sz="1600" dirty="0"/>
              <a:t> transactions (e.g. Food, Rent, Salary, Travel) for better organization.</a:t>
            </a:r>
          </a:p>
          <a:p>
            <a:pPr marL="342900" lvl="0" indent="-342900">
              <a:buFont typeface="Arial" panose="020B0604020202020204" pitchFamily="34" charset="0"/>
              <a:buChar char="•"/>
            </a:pPr>
            <a:r>
              <a:rPr lang="en-IN" sz="1600" dirty="0"/>
              <a:t>To automatically </a:t>
            </a:r>
            <a:r>
              <a:rPr lang="en-IN" sz="1600" b="1" dirty="0"/>
              <a:t>calculate total income, total expenses, and current balance</a:t>
            </a:r>
            <a:r>
              <a:rPr lang="en-IN" sz="1600" dirty="0"/>
              <a:t>.</a:t>
            </a:r>
          </a:p>
          <a:p>
            <a:pPr marL="342900" lvl="0" indent="-342900">
              <a:buFont typeface="Arial" panose="020B0604020202020204" pitchFamily="34" charset="0"/>
              <a:buChar char="•"/>
            </a:pPr>
            <a:r>
              <a:rPr lang="en-IN" sz="1600" dirty="0"/>
              <a:t>To generate </a:t>
            </a:r>
            <a:r>
              <a:rPr lang="en-IN" sz="1600" b="1" dirty="0"/>
              <a:t>monthly and category-wise reports</a:t>
            </a:r>
            <a:r>
              <a:rPr lang="en-IN" sz="1600" dirty="0"/>
              <a:t> for spending insights.</a:t>
            </a:r>
          </a:p>
          <a:p>
            <a:pPr marL="342900" lvl="0" indent="-342900">
              <a:buFont typeface="Arial" panose="020B0604020202020204" pitchFamily="34" charset="0"/>
              <a:buChar char="•"/>
            </a:pPr>
            <a:r>
              <a:rPr lang="en-IN" sz="1600" dirty="0"/>
              <a:t>To ensure </a:t>
            </a:r>
            <a:r>
              <a:rPr lang="en-IN" sz="1600" b="1" dirty="0"/>
              <a:t>secure, persistent storage</a:t>
            </a:r>
            <a:r>
              <a:rPr lang="en-IN" sz="1600" dirty="0"/>
              <a:t> of records using file handling (CSV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62B60F-B4F8-1EF9-6EE9-51C782CE3292}"/>
              </a:ext>
            </a:extLst>
          </p:cNvPr>
          <p:cNvSpPr txBox="1"/>
          <p:nvPr/>
        </p:nvSpPr>
        <p:spPr>
          <a:xfrm>
            <a:off x="445869" y="302859"/>
            <a:ext cx="4572000" cy="461665"/>
          </a:xfrm>
          <a:prstGeom prst="rect">
            <a:avLst/>
          </a:prstGeom>
          <a:noFill/>
        </p:spPr>
        <p:txBody>
          <a:bodyPr wrap="square">
            <a:spAutoFit/>
          </a:bodyPr>
          <a:lstStyle/>
          <a:p>
            <a:pPr lvl="0" algn="l" rtl="0">
              <a:spcBef>
                <a:spcPts val="0"/>
              </a:spcBef>
              <a:spcAft>
                <a:spcPts val="0"/>
              </a:spcAft>
              <a:buClr>
                <a:schemeClr val="dk1"/>
              </a:buClr>
              <a:buSzPts val="1800"/>
            </a:pPr>
            <a:r>
              <a:rPr lang="en-US" sz="2400" u="sng" dirty="0">
                <a:latin typeface="Times New Roman" panose="02020603050405020304" pitchFamily="18" charset="0"/>
                <a:cs typeface="Times New Roman" panose="02020603050405020304" pitchFamily="18" charset="0"/>
              </a:rPr>
              <a:t>Algorithm</a:t>
            </a:r>
          </a:p>
        </p:txBody>
      </p:sp>
      <p:graphicFrame>
        <p:nvGraphicFramePr>
          <p:cNvPr id="6" name="Diagram 5">
            <a:extLst>
              <a:ext uri="{FF2B5EF4-FFF2-40B4-BE49-F238E27FC236}">
                <a16:creationId xmlns:a16="http://schemas.microsoft.com/office/drawing/2014/main" id="{90CB0095-FC6C-8F8E-D8E3-2AA236DEFE99}"/>
              </a:ext>
            </a:extLst>
          </p:cNvPr>
          <p:cNvGraphicFramePr/>
          <p:nvPr>
            <p:extLst>
              <p:ext uri="{D42A27DB-BD31-4B8C-83A1-F6EECF244321}">
                <p14:modId xmlns:p14="http://schemas.microsoft.com/office/powerpoint/2010/main" val="3467978699"/>
              </p:ext>
            </p:extLst>
          </p:nvPr>
        </p:nvGraphicFramePr>
        <p:xfrm>
          <a:off x="270304" y="1115197"/>
          <a:ext cx="8603392" cy="49766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8417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55324B-2778-9C5C-F8C8-6D993C46CC0F}"/>
              </a:ext>
            </a:extLst>
          </p:cNvPr>
          <p:cNvSpPr txBox="1"/>
          <p:nvPr/>
        </p:nvSpPr>
        <p:spPr>
          <a:xfrm>
            <a:off x="417729" y="358053"/>
            <a:ext cx="4572000" cy="461665"/>
          </a:xfrm>
          <a:prstGeom prst="rect">
            <a:avLst/>
          </a:prstGeom>
          <a:noFill/>
        </p:spPr>
        <p:txBody>
          <a:bodyPr wrap="square">
            <a:spAutoFit/>
          </a:bodyPr>
          <a:lstStyle/>
          <a:p>
            <a:pPr lvl="0" algn="l" rtl="0">
              <a:spcBef>
                <a:spcPts val="0"/>
              </a:spcBef>
              <a:spcAft>
                <a:spcPts val="0"/>
              </a:spcAft>
              <a:buClr>
                <a:schemeClr val="dk1"/>
              </a:buClr>
              <a:buSzPts val="1800"/>
            </a:pPr>
            <a:r>
              <a:rPr lang="en-US" sz="2400" dirty="0">
                <a:latin typeface="Times New Roman" panose="02020603050405020304" pitchFamily="18" charset="0"/>
                <a:cs typeface="Times New Roman" panose="02020603050405020304" pitchFamily="18" charset="0"/>
              </a:rPr>
              <a:t>Flowchart/pseudocode</a:t>
            </a:r>
          </a:p>
        </p:txBody>
      </p:sp>
      <p:pic>
        <p:nvPicPr>
          <p:cNvPr id="4" name="Picture 3">
            <a:extLst>
              <a:ext uri="{FF2B5EF4-FFF2-40B4-BE49-F238E27FC236}">
                <a16:creationId xmlns:a16="http://schemas.microsoft.com/office/drawing/2014/main" id="{F3EDFC15-D70A-A9CC-DD20-339EC39A0996}"/>
              </a:ext>
            </a:extLst>
          </p:cNvPr>
          <p:cNvPicPr>
            <a:picLocks noChangeAspect="1"/>
          </p:cNvPicPr>
          <p:nvPr/>
        </p:nvPicPr>
        <p:blipFill>
          <a:blip r:embed="rId2"/>
          <a:stretch>
            <a:fillRect/>
          </a:stretch>
        </p:blipFill>
        <p:spPr>
          <a:xfrm>
            <a:off x="1026332" y="175830"/>
            <a:ext cx="7498832" cy="6506339"/>
          </a:xfrm>
          <a:prstGeom prst="rect">
            <a:avLst/>
          </a:prstGeom>
        </p:spPr>
      </p:pic>
    </p:spTree>
    <p:extLst>
      <p:ext uri="{BB962C8B-B14F-4D97-AF65-F5344CB8AC3E}">
        <p14:creationId xmlns:p14="http://schemas.microsoft.com/office/powerpoint/2010/main" val="1563728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BDFEA1-EFFC-551D-18C7-81F59F98DAA0}"/>
              </a:ext>
            </a:extLst>
          </p:cNvPr>
          <p:cNvSpPr txBox="1"/>
          <p:nvPr/>
        </p:nvSpPr>
        <p:spPr>
          <a:xfrm>
            <a:off x="488661" y="473963"/>
            <a:ext cx="4572000" cy="461665"/>
          </a:xfrm>
          <a:prstGeom prst="rect">
            <a:avLst/>
          </a:prstGeom>
          <a:noFill/>
        </p:spPr>
        <p:txBody>
          <a:bodyPr wrap="square">
            <a:spAutoFit/>
          </a:bodyPr>
          <a:lstStyle/>
          <a:p>
            <a:pPr lvl="0" algn="l" rtl="0">
              <a:spcBef>
                <a:spcPts val="0"/>
              </a:spcBef>
              <a:spcAft>
                <a:spcPts val="0"/>
              </a:spcAft>
              <a:buClr>
                <a:schemeClr val="dk1"/>
              </a:buClr>
              <a:buSzPts val="1800"/>
            </a:pPr>
            <a:r>
              <a:rPr lang="en-US" sz="2400" u="sng" dirty="0">
                <a:latin typeface="Times New Roman" panose="02020603050405020304" pitchFamily="18" charset="0"/>
                <a:cs typeface="Times New Roman" panose="02020603050405020304" pitchFamily="18" charset="0"/>
              </a:rPr>
              <a:t>Understanding of Python logic</a:t>
            </a:r>
          </a:p>
        </p:txBody>
      </p:sp>
      <p:graphicFrame>
        <p:nvGraphicFramePr>
          <p:cNvPr id="2" name="Diagram 1">
            <a:extLst>
              <a:ext uri="{FF2B5EF4-FFF2-40B4-BE49-F238E27FC236}">
                <a16:creationId xmlns:a16="http://schemas.microsoft.com/office/drawing/2014/main" id="{C180A67E-425E-08E2-38D4-F192A980594E}"/>
              </a:ext>
            </a:extLst>
          </p:cNvPr>
          <p:cNvGraphicFramePr/>
          <p:nvPr>
            <p:extLst>
              <p:ext uri="{D42A27DB-BD31-4B8C-83A1-F6EECF244321}">
                <p14:modId xmlns:p14="http://schemas.microsoft.com/office/powerpoint/2010/main" val="1730266992"/>
              </p:ext>
            </p:extLst>
          </p:nvPr>
        </p:nvGraphicFramePr>
        <p:xfrm>
          <a:off x="413951" y="1229761"/>
          <a:ext cx="8316097" cy="45514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7082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8A140B-0106-6E63-B439-A719D1C62FFA}"/>
              </a:ext>
            </a:extLst>
          </p:cNvPr>
          <p:cNvSpPr txBox="1"/>
          <p:nvPr/>
        </p:nvSpPr>
        <p:spPr>
          <a:xfrm>
            <a:off x="594360" y="740664"/>
            <a:ext cx="7968996" cy="4800421"/>
          </a:xfrm>
          <a:prstGeom prst="rect">
            <a:avLst/>
          </a:prstGeom>
          <a:noFill/>
        </p:spPr>
        <p:txBody>
          <a:bodyPr wrap="square">
            <a:spAutoFit/>
          </a:bodyPr>
          <a:lstStyle/>
          <a:p>
            <a:pPr rtl="0">
              <a:buNone/>
            </a:pPr>
            <a:r>
              <a:rPr lang="en-IN" sz="2000" b="1" dirty="0">
                <a:latin typeface="Times New Roman" panose="02020603050405020304" pitchFamily="18" charset="0"/>
                <a:cs typeface="Times New Roman" panose="02020603050405020304" pitchFamily="18" charset="0"/>
              </a:rPr>
              <a:t>GitHub — Repository, Commits &amp; Contribution</a:t>
            </a:r>
            <a:endParaRPr lang="en-IN" sz="2000" dirty="0">
              <a:latin typeface="Times New Roman" panose="02020603050405020304" pitchFamily="18" charset="0"/>
              <a:cs typeface="Times New Roman" panose="02020603050405020304" pitchFamily="18" charset="0"/>
            </a:endParaRPr>
          </a:p>
          <a:p>
            <a:pPr marL="342900" lvl="0" indent="-342900" rtl="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Account &amp; repository</a:t>
            </a:r>
            <a:r>
              <a:rPr lang="en-IN" sz="2000" dirty="0">
                <a:latin typeface="Times New Roman" panose="02020603050405020304" pitchFamily="18" charset="0"/>
                <a:cs typeface="Times New Roman" panose="02020603050405020304" pitchFamily="18" charset="0"/>
              </a:rPr>
              <a:t> — created a personal GitHub account and a repository, personal-expense-tracker, “Python lab”.</a:t>
            </a:r>
          </a:p>
          <a:p>
            <a:pPr marL="342900" lvl="0" indent="-342900" rtl="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Initial setup</a:t>
            </a:r>
            <a:r>
              <a:rPr lang="en-IN" sz="2000" dirty="0">
                <a:latin typeface="Times New Roman" panose="02020603050405020304" pitchFamily="18" charset="0"/>
                <a:cs typeface="Times New Roman" panose="02020603050405020304" pitchFamily="18" charset="0"/>
              </a:rPr>
              <a:t> — added README.md (problem statement + objectives) and a .</a:t>
            </a:r>
            <a:r>
              <a:rPr lang="en-IN" sz="2000" dirty="0" err="1">
                <a:latin typeface="Times New Roman" panose="02020603050405020304" pitchFamily="18" charset="0"/>
                <a:cs typeface="Times New Roman" panose="02020603050405020304" pitchFamily="18" charset="0"/>
              </a:rPr>
              <a:t>gitignore</a:t>
            </a:r>
            <a:r>
              <a:rPr lang="en-IN" sz="2000" dirty="0">
                <a:latin typeface="Times New Roman" panose="02020603050405020304" pitchFamily="18" charset="0"/>
                <a:cs typeface="Times New Roman" panose="02020603050405020304" pitchFamily="18" charset="0"/>
              </a:rPr>
              <a:t> for Python.</a:t>
            </a:r>
          </a:p>
          <a:p>
            <a:pPr marL="342900" lvl="0" indent="-342900" rtl="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Uploading code</a:t>
            </a:r>
            <a:r>
              <a:rPr lang="en-IN" sz="2000" dirty="0">
                <a:latin typeface="Times New Roman" panose="02020603050405020304" pitchFamily="18" charset="0"/>
                <a:cs typeface="Times New Roman" panose="02020603050405020304" pitchFamily="18" charset="0"/>
              </a:rPr>
              <a:t> — pushed the Module 1 code (menu skeleton + working Add Transaction) as the first commit.</a:t>
            </a:r>
          </a:p>
          <a:p>
            <a:pPr marL="342900" lvl="0" indent="-342900" rtl="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Meaningful commits</a:t>
            </a:r>
            <a:r>
              <a:rPr lang="en-IN" sz="2000" dirty="0">
                <a:latin typeface="Times New Roman" panose="02020603050405020304" pitchFamily="18" charset="0"/>
                <a:cs typeface="Times New Roman" panose="02020603050405020304" pitchFamily="18" charset="0"/>
              </a:rPr>
              <a:t> — descriptive messages tracking real progress, e.g.: </a:t>
            </a:r>
          </a:p>
          <a:p>
            <a:pPr marL="742950" lvl="1" indent="-285750" rt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"Add file initialization and menu skeleton"</a:t>
            </a:r>
          </a:p>
          <a:p>
            <a:pPr marL="742950" lvl="1" indent="-285750" rt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 Add Transaction with input validation"</a:t>
            </a:r>
          </a:p>
          <a:p>
            <a:pPr marL="342900" lvl="0" indent="-342900" rtl="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Collaboration</a:t>
            </a:r>
            <a:r>
              <a:rPr lang="en-IN" sz="2000" dirty="0">
                <a:latin typeface="Times New Roman" panose="02020603050405020304" pitchFamily="18" charset="0"/>
                <a:cs typeface="Times New Roman" panose="02020603050405020304" pitchFamily="18" charset="0"/>
              </a:rPr>
              <a:t> — added mentor/instructor as a repository collaborator for review and feedback.</a:t>
            </a:r>
          </a:p>
          <a:p>
            <a:pPr marL="342900" lvl="0" indent="-342900" rtl="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Individual contribution</a:t>
            </a:r>
            <a:r>
              <a:rPr lang="en-IN" sz="2000" dirty="0">
                <a:latin typeface="Times New Roman" panose="02020603050405020304" pitchFamily="18" charset="0"/>
                <a:cs typeface="Times New Roman" panose="02020603050405020304" pitchFamily="18" charset="0"/>
              </a:rPr>
              <a:t> — solo project: 100% of design, coding, testing, and documentation done independently.</a:t>
            </a:r>
          </a:p>
        </p:txBody>
      </p:sp>
    </p:spTree>
    <p:extLst>
      <p:ext uri="{BB962C8B-B14F-4D97-AF65-F5344CB8AC3E}">
        <p14:creationId xmlns:p14="http://schemas.microsoft.com/office/powerpoint/2010/main" val="1991591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3"/>
          <p:cNvSpPr/>
          <p:nvPr/>
        </p:nvSpPr>
        <p:spPr>
          <a:xfrm>
            <a:off x="703384" y="2895480"/>
            <a:ext cx="7626462" cy="131652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4800" dirty="0">
                <a:solidFill>
                  <a:srgbClr val="0000FF"/>
                </a:solidFill>
                <a:latin typeface="Arial"/>
                <a:ea typeface="Arial"/>
                <a:cs typeface="Arial"/>
                <a:sym typeface="Arial"/>
              </a:rPr>
              <a:t> </a:t>
            </a:r>
            <a:endParaRPr sz="1800" dirty="0">
              <a:solidFill>
                <a:schemeClr val="dk1"/>
              </a:solidFill>
              <a:latin typeface="Calibri"/>
              <a:ea typeface="Calibri"/>
              <a:cs typeface="Calibri"/>
              <a:sym typeface="Calibri"/>
            </a:endParaRPr>
          </a:p>
        </p:txBody>
      </p:sp>
      <p:sp>
        <p:nvSpPr>
          <p:cNvPr id="78" name="Google Shape;78;p3"/>
          <p:cNvSpPr txBox="1"/>
          <p:nvPr/>
        </p:nvSpPr>
        <p:spPr>
          <a:xfrm>
            <a:off x="410400" y="6172200"/>
            <a:ext cx="6681877" cy="6854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800" dirty="0">
                <a:solidFill>
                  <a:srgbClr val="8B8B8B"/>
                </a:solidFill>
                <a:latin typeface="Cambria"/>
                <a:ea typeface="Cambria"/>
                <a:cs typeface="Cambria"/>
                <a:sym typeface="Cambria"/>
              </a:rPr>
              <a:t>S. B. Jain Institute of Technology Management and research</a:t>
            </a:r>
            <a:endParaRPr sz="1800" dirty="0">
              <a:solidFill>
                <a:schemeClr val="dk1"/>
              </a:solidFill>
              <a:latin typeface="Calibri"/>
              <a:ea typeface="Calibri"/>
              <a:cs typeface="Calibri"/>
              <a:sym typeface="Calibri"/>
            </a:endParaRPr>
          </a:p>
        </p:txBody>
      </p:sp>
      <p:pic>
        <p:nvPicPr>
          <p:cNvPr id="4" name="Picture 3" descr="Thank You かわいい字体: Thank You 特殊文字 – ZPFQL">
            <a:extLst>
              <a:ext uri="{FF2B5EF4-FFF2-40B4-BE49-F238E27FC236}">
                <a16:creationId xmlns:a16="http://schemas.microsoft.com/office/drawing/2014/main" id="{79F9B5AA-8881-6345-A7AF-10E8687A3AAF}"/>
              </a:ext>
            </a:extLst>
          </p:cNvPr>
          <p:cNvPicPr>
            <a:picLocks noChangeAspect="1"/>
          </p:cNvPicPr>
          <p:nvPr/>
        </p:nvPicPr>
        <p:blipFill>
          <a:blip r:embed="rId3"/>
          <a:stretch>
            <a:fillRect/>
          </a:stretch>
        </p:blipFill>
        <p:spPr>
          <a:xfrm>
            <a:off x="0" y="341088"/>
            <a:ext cx="9144000" cy="61758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TotalTime>
  <Words>883</Words>
  <Application>Microsoft Office PowerPoint</Application>
  <PresentationFormat>On-screen Show (4:3)</PresentationFormat>
  <Paragraphs>63</Paragraphs>
  <Slides>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Times New Roman</vt:lpstr>
      <vt:lpstr>Office Theme</vt:lpstr>
      <vt:lpstr>Experiential Learning Project Assessment-I on “Personal Expense Tracker” under the course Python Programming Language (N-PCCCM304P) </vt:lpstr>
      <vt:lpstr>Problem statement: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MRS. MAYURI GETME</dc:creator>
  <cp:lastModifiedBy>Sinchan Tambe</cp:lastModifiedBy>
  <cp:revision>5</cp:revision>
  <dcterms:created xsi:type="dcterms:W3CDTF">2021-03-08T15:20:31Z</dcterms:created>
  <dcterms:modified xsi:type="dcterms:W3CDTF">2026-08-17T16:50:53Z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2017-11-07T00:00:00Z</vt:filetime>
  </property>
  <property fmtid="{D5CDD505-2E9C-101B-9397-08002B2CF9AE}" pid="3" name="Creator">
    <vt:lpwstr>Impress</vt:lpwstr>
  </property>
  <property fmtid="{D5CDD505-2E9C-101B-9397-08002B2CF9AE}" pid="4" name="LastSaved">
    <vt:filetime>2021-03-08T00:00:00Z</vt:filetime>
  </property>
</Properties>
</file>