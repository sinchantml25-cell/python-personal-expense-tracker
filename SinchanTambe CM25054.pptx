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9"/>
  </p:notesMasterIdLst>
  <p:sldIdLst>
    <p:sldId id="256" r:id="rId2"/>
    <p:sldId id="258" r:id="rId3"/>
    <p:sldId id="260" r:id="rId4"/>
    <p:sldId id="261" r:id="rId5"/>
    <p:sldId id="262" r:id="rId6"/>
    <p:sldId id="263" r:id="rId7"/>
    <p:sldId id="259" r:id="rId8"/>
  </p:sldIdLst>
  <p:sldSz cx="9144000" cy="6858000" type="screen4x3"/>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iLoddAnK6UfSPsHo2SNdpkODNm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5D22AA-090A-478E-903B-38B95B55E350}" v="1" dt="2026-08-17T18:47:55.6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9" d="100"/>
          <a:sy n="69" d="100"/>
        </p:scale>
        <p:origin x="1200" y="68"/>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customschemas.google.com/relationships/presentationmetadata" Target="metadata"/><Relationship Id="rId5" Type="http://schemas.openxmlformats.org/officeDocument/2006/relationships/slide" Target="slides/slide4.xml"/><Relationship Id="rId1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nchan Tambe" userId="fac398919873ded9" providerId="LiveId" clId="{81126884-BC86-4FAF-AFFB-C3BE440B1E9B}"/>
    <pc:docChg chg="modSld">
      <pc:chgData name="Sinchan Tambe" userId="fac398919873ded9" providerId="LiveId" clId="{81126884-BC86-4FAF-AFFB-C3BE440B1E9B}" dt="2026-08-17T18:48:52.559" v="15" actId="113"/>
      <pc:docMkLst>
        <pc:docMk/>
      </pc:docMkLst>
      <pc:sldChg chg="addSp delSp modSp mod">
        <pc:chgData name="Sinchan Tambe" userId="fac398919873ded9" providerId="LiveId" clId="{81126884-BC86-4FAF-AFFB-C3BE440B1E9B}" dt="2026-08-17T18:48:33.537" v="12"/>
        <pc:sldMkLst>
          <pc:docMk/>
          <pc:sldMk cId="0" sldId="258"/>
        </pc:sldMkLst>
        <pc:spChg chg="add del mod">
          <ac:chgData name="Sinchan Tambe" userId="fac398919873ded9" providerId="LiveId" clId="{81126884-BC86-4FAF-AFFB-C3BE440B1E9B}" dt="2026-08-17T18:48:33.537" v="12"/>
          <ac:spMkLst>
            <pc:docMk/>
            <pc:sldMk cId="0" sldId="258"/>
            <ac:spMk id="3" creationId="{070F30C7-2176-7A9D-52F2-05D77F78F367}"/>
          </ac:spMkLst>
        </pc:spChg>
        <pc:spChg chg="mod">
          <ac:chgData name="Sinchan Tambe" userId="fac398919873ded9" providerId="LiveId" clId="{81126884-BC86-4FAF-AFFB-C3BE440B1E9B}" dt="2026-08-17T18:48:21.523" v="9" actId="115"/>
          <ac:spMkLst>
            <pc:docMk/>
            <pc:sldMk cId="0" sldId="258"/>
            <ac:spMk id="4" creationId="{B2381893-7D7D-B902-E868-D8FCA57C25F8}"/>
          </ac:spMkLst>
        </pc:spChg>
        <pc:spChg chg="mod">
          <ac:chgData name="Sinchan Tambe" userId="fac398919873ded9" providerId="LiveId" clId="{81126884-BC86-4FAF-AFFB-C3BE440B1E9B}" dt="2026-08-17T18:48:13.854" v="7" actId="403"/>
          <ac:spMkLst>
            <pc:docMk/>
            <pc:sldMk cId="0" sldId="258"/>
            <ac:spMk id="5" creationId="{76AA18D4-D08E-4CC0-02E3-C7B0108F9362}"/>
          </ac:spMkLst>
        </pc:spChg>
        <pc:spChg chg="mod">
          <ac:chgData name="Sinchan Tambe" userId="fac398919873ded9" providerId="LiveId" clId="{81126884-BC86-4FAF-AFFB-C3BE440B1E9B}" dt="2026-08-17T18:48:31.094" v="10" actId="2711"/>
          <ac:spMkLst>
            <pc:docMk/>
            <pc:sldMk cId="0" sldId="258"/>
            <ac:spMk id="7" creationId="{061661C0-AED6-3085-20D3-8571B7BBCA54}"/>
          </ac:spMkLst>
        </pc:spChg>
        <pc:spChg chg="mod">
          <ac:chgData name="Sinchan Tambe" userId="fac398919873ded9" providerId="LiveId" clId="{81126884-BC86-4FAF-AFFB-C3BE440B1E9B}" dt="2026-08-17T18:48:07.279" v="4" actId="113"/>
          <ac:spMkLst>
            <pc:docMk/>
            <pc:sldMk cId="0" sldId="258"/>
            <ac:spMk id="71" creationId="{00000000-0000-0000-0000-000000000000}"/>
          </ac:spMkLst>
        </pc:spChg>
      </pc:sldChg>
      <pc:sldChg chg="modSp mod">
        <pc:chgData name="Sinchan Tambe" userId="fac398919873ded9" providerId="LiveId" clId="{81126884-BC86-4FAF-AFFB-C3BE440B1E9B}" dt="2026-08-17T18:48:52.559" v="15" actId="113"/>
        <pc:sldMkLst>
          <pc:docMk/>
          <pc:sldMk cId="1563728340" sldId="261"/>
        </pc:sldMkLst>
        <pc:spChg chg="mod">
          <ac:chgData name="Sinchan Tambe" userId="fac398919873ded9" providerId="LiveId" clId="{81126884-BC86-4FAF-AFFB-C3BE440B1E9B}" dt="2026-08-17T18:48:52.559" v="15" actId="113"/>
          <ac:spMkLst>
            <pc:docMk/>
            <pc:sldMk cId="1563728340" sldId="261"/>
            <ac:spMk id="3" creationId="{E955324B-2778-9C5C-F8C8-6D993C46CC0F}"/>
          </ac:spMkLst>
        </pc:spChg>
      </pc:sldChg>
    </pc:docChg>
  </pc:docChgLst>
</pc:chgInfo>
</file>

<file path=ppt/diagrams/_rels/data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image" Target="../media/image3.svg"/></Relationships>
</file>

<file path=ppt/diagrams/_rels/drawing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image" Target="../media/image3.sv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3EDDC4-C6CF-441A-8856-528DAB4C94C5}" type="doc">
      <dgm:prSet loTypeId="urn:microsoft.com/office/officeart/2008/layout/LinedList" loCatId="list" qsTypeId="urn:microsoft.com/office/officeart/2005/8/quickstyle/simple1" qsCatId="simple" csTypeId="urn:microsoft.com/office/officeart/2005/8/colors/colorful4" csCatId="colorful" phldr="1"/>
      <dgm:spPr/>
      <dgm:t>
        <a:bodyPr/>
        <a:lstStyle/>
        <a:p>
          <a:endParaRPr lang="en-IN"/>
        </a:p>
      </dgm:t>
    </dgm:pt>
    <dgm:pt modelId="{21C1BD93-2D5B-4A5D-AA5F-3B3C340148C9}">
      <dgm:prSet phldrT="[Text]" custT="1"/>
      <dgm:spPr/>
      <dgm:t>
        <a:bodyPr/>
        <a:lstStyle/>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Start the program</a:t>
          </a:r>
          <a:endParaRPr lang="en-IN" sz="1800" dirty="0">
            <a:latin typeface="Times New Roman" panose="02020603050405020304" pitchFamily="18" charset="0"/>
            <a:cs typeface="Times New Roman" panose="02020603050405020304" pitchFamily="18" charset="0"/>
          </a:endParaRPr>
        </a:p>
      </dgm:t>
    </dgm:pt>
    <dgm:pt modelId="{D503DDED-20E7-4B1C-844A-C4DD5F275BB6}" type="parTrans" cxnId="{8E3C07FA-9E38-4F07-8B13-9935E31A0D4C}">
      <dgm:prSet/>
      <dgm:spPr/>
      <dgm:t>
        <a:bodyPr/>
        <a:lstStyle/>
        <a:p>
          <a:endParaRPr lang="en-IN" sz="3600">
            <a:latin typeface="Times New Roman" panose="02020603050405020304" pitchFamily="18" charset="0"/>
            <a:cs typeface="Times New Roman" panose="02020603050405020304" pitchFamily="18" charset="0"/>
          </a:endParaRPr>
        </a:p>
      </dgm:t>
    </dgm:pt>
    <dgm:pt modelId="{81515C05-4EB3-4D3B-A6B9-3594AF62AEFE}" type="sibTrans" cxnId="{8E3C07FA-9E38-4F07-8B13-9935E31A0D4C}">
      <dgm:prSet/>
      <dgm:spPr/>
      <dgm:t>
        <a:bodyPr/>
        <a:lstStyle/>
        <a:p>
          <a:endParaRPr lang="en-IN" sz="3600">
            <a:latin typeface="Times New Roman" panose="02020603050405020304" pitchFamily="18" charset="0"/>
            <a:cs typeface="Times New Roman" panose="02020603050405020304" pitchFamily="18" charset="0"/>
          </a:endParaRPr>
        </a:p>
      </dgm:t>
    </dgm:pt>
    <dgm:pt modelId="{A06836E7-1CDB-49FF-9F58-05923C7EBA8F}">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it doesn't, create it and add column headings: Date, Type, Category, Amount.</a:t>
          </a:r>
          <a:endParaRPr lang="en-IN" sz="1400" dirty="0">
            <a:latin typeface="Times New Roman" panose="02020603050405020304" pitchFamily="18" charset="0"/>
            <a:cs typeface="Times New Roman" panose="02020603050405020304" pitchFamily="18" charset="0"/>
          </a:endParaRPr>
        </a:p>
      </dgm:t>
    </dgm:pt>
    <dgm:pt modelId="{2279BE4C-AE46-4AA9-ACA5-0C451296247D}" type="parTrans" cxnId="{CD3468C4-2879-4608-9863-E048B6F820AD}">
      <dgm:prSet/>
      <dgm:spPr/>
      <dgm:t>
        <a:bodyPr/>
        <a:lstStyle/>
        <a:p>
          <a:endParaRPr lang="en-IN" sz="3600">
            <a:latin typeface="Times New Roman" panose="02020603050405020304" pitchFamily="18" charset="0"/>
            <a:cs typeface="Times New Roman" panose="02020603050405020304" pitchFamily="18" charset="0"/>
          </a:endParaRPr>
        </a:p>
      </dgm:t>
    </dgm:pt>
    <dgm:pt modelId="{ECB7DBA9-044F-40A2-A014-14366E2CC6EC}" type="sibTrans" cxnId="{CD3468C4-2879-4608-9863-E048B6F820AD}">
      <dgm:prSet/>
      <dgm:spPr/>
      <dgm:t>
        <a:bodyPr/>
        <a:lstStyle/>
        <a:p>
          <a:endParaRPr lang="en-IN" sz="3600">
            <a:latin typeface="Times New Roman" panose="02020603050405020304" pitchFamily="18" charset="0"/>
            <a:cs typeface="Times New Roman" panose="02020603050405020304" pitchFamily="18" charset="0"/>
          </a:endParaRPr>
        </a:p>
      </dgm:t>
    </dgm:pt>
    <dgm:pt modelId="{7420906C-69A7-4790-AEE6-9E71A6758D8E}">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Show the main menu on the screen with all the options: Add Transaction, View, Update, Delete, Reports, and Exit.</a:t>
          </a:r>
          <a:endParaRPr lang="en-IN" sz="1400" dirty="0">
            <a:latin typeface="Times New Roman" panose="02020603050405020304" pitchFamily="18" charset="0"/>
            <a:cs typeface="Times New Roman" panose="02020603050405020304" pitchFamily="18" charset="0"/>
          </a:endParaRPr>
        </a:p>
      </dgm:t>
    </dgm:pt>
    <dgm:pt modelId="{D8EE60F3-C09F-4174-8512-C44BA848C6B6}" type="parTrans" cxnId="{E73ED4B2-993A-4DAF-ADCD-4C09870DB9AC}">
      <dgm:prSet/>
      <dgm:spPr/>
      <dgm:t>
        <a:bodyPr/>
        <a:lstStyle/>
        <a:p>
          <a:endParaRPr lang="en-IN" sz="3600">
            <a:latin typeface="Times New Roman" panose="02020603050405020304" pitchFamily="18" charset="0"/>
            <a:cs typeface="Times New Roman" panose="02020603050405020304" pitchFamily="18" charset="0"/>
          </a:endParaRPr>
        </a:p>
      </dgm:t>
    </dgm:pt>
    <dgm:pt modelId="{8B8D5B55-580A-477E-BCEF-AB10C5A0D6DB}" type="sibTrans" cxnId="{E73ED4B2-993A-4DAF-ADCD-4C09870DB9AC}">
      <dgm:prSet/>
      <dgm:spPr/>
      <dgm:t>
        <a:bodyPr/>
        <a:lstStyle/>
        <a:p>
          <a:endParaRPr lang="en-IN" sz="3600">
            <a:latin typeface="Times New Roman" panose="02020603050405020304" pitchFamily="18" charset="0"/>
            <a:cs typeface="Times New Roman" panose="02020603050405020304" pitchFamily="18" charset="0"/>
          </a:endParaRPr>
        </a:p>
      </dgm:t>
    </dgm:pt>
    <dgm:pt modelId="{875E3A73-8C39-470E-947C-1F586521DE63}">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Ask the user to enter their choice.</a:t>
          </a:r>
          <a:endParaRPr lang="en-IN" sz="1400" dirty="0">
            <a:latin typeface="Times New Roman" panose="02020603050405020304" pitchFamily="18" charset="0"/>
            <a:cs typeface="Times New Roman" panose="02020603050405020304" pitchFamily="18" charset="0"/>
          </a:endParaRPr>
        </a:p>
      </dgm:t>
    </dgm:pt>
    <dgm:pt modelId="{35637928-FA10-423E-AD05-7EF93AE491CF}" type="parTrans" cxnId="{5A07AD49-B456-41A4-B233-40C601BC0552}">
      <dgm:prSet/>
      <dgm:spPr/>
      <dgm:t>
        <a:bodyPr/>
        <a:lstStyle/>
        <a:p>
          <a:endParaRPr lang="en-IN" sz="3600">
            <a:latin typeface="Times New Roman" panose="02020603050405020304" pitchFamily="18" charset="0"/>
            <a:cs typeface="Times New Roman" panose="02020603050405020304" pitchFamily="18" charset="0"/>
          </a:endParaRPr>
        </a:p>
      </dgm:t>
    </dgm:pt>
    <dgm:pt modelId="{82B5DD10-448E-4C31-8153-9CFBEFAE980E}" type="sibTrans" cxnId="{5A07AD49-B456-41A4-B233-40C601BC0552}">
      <dgm:prSet/>
      <dgm:spPr/>
      <dgm:t>
        <a:bodyPr/>
        <a:lstStyle/>
        <a:p>
          <a:endParaRPr lang="en-IN" sz="3600">
            <a:latin typeface="Times New Roman" panose="02020603050405020304" pitchFamily="18" charset="0"/>
            <a:cs typeface="Times New Roman" panose="02020603050405020304" pitchFamily="18" charset="0"/>
          </a:endParaRPr>
        </a:p>
      </dgm:t>
    </dgm:pt>
    <dgm:pt modelId="{D5D69D09-4536-4F8D-8851-F6A6F36FA87C}">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the user chooses Add Transaction:</a:t>
          </a:r>
          <a:endParaRPr lang="en-IN" sz="1400" dirty="0">
            <a:latin typeface="Times New Roman" panose="02020603050405020304" pitchFamily="18" charset="0"/>
            <a:cs typeface="Times New Roman" panose="02020603050405020304" pitchFamily="18" charset="0"/>
          </a:endParaRPr>
        </a:p>
      </dgm:t>
    </dgm:pt>
    <dgm:pt modelId="{91CEC61C-0FFC-4134-BB4B-C4F71F9EB8C8}" type="parTrans" cxnId="{FD2B4AF2-EC0B-4742-A010-0AF38D210905}">
      <dgm:prSet/>
      <dgm:spPr/>
      <dgm:t>
        <a:bodyPr/>
        <a:lstStyle/>
        <a:p>
          <a:endParaRPr lang="en-IN" sz="3600">
            <a:latin typeface="Times New Roman" panose="02020603050405020304" pitchFamily="18" charset="0"/>
            <a:cs typeface="Times New Roman" panose="02020603050405020304" pitchFamily="18" charset="0"/>
          </a:endParaRPr>
        </a:p>
      </dgm:t>
    </dgm:pt>
    <dgm:pt modelId="{D045E355-8FA4-484E-BE81-C8C010B155C2}" type="sibTrans" cxnId="{FD2B4AF2-EC0B-4742-A010-0AF38D210905}">
      <dgm:prSet/>
      <dgm:spPr/>
      <dgm:t>
        <a:bodyPr/>
        <a:lstStyle/>
        <a:p>
          <a:endParaRPr lang="en-IN" sz="3600">
            <a:latin typeface="Times New Roman" panose="02020603050405020304" pitchFamily="18" charset="0"/>
            <a:cs typeface="Times New Roman" panose="02020603050405020304" pitchFamily="18" charset="0"/>
          </a:endParaRPr>
        </a:p>
      </dgm:t>
    </dgm:pt>
    <dgm:pt modelId="{53262563-22AA-4BF0-9181-7381DF322618}">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Ask for the date, type (income or expense), category, and amount.</a:t>
          </a:r>
          <a:endParaRPr lang="en-IN" sz="1400" dirty="0">
            <a:latin typeface="Times New Roman" panose="02020603050405020304" pitchFamily="18" charset="0"/>
            <a:cs typeface="Times New Roman" panose="02020603050405020304" pitchFamily="18" charset="0"/>
          </a:endParaRPr>
        </a:p>
      </dgm:t>
    </dgm:pt>
    <dgm:pt modelId="{8706E349-AC56-4D6C-AD56-F3395AA1ACCF}" type="parTrans" cxnId="{7DFCE205-7317-4822-8916-D46EF0408B46}">
      <dgm:prSet/>
      <dgm:spPr/>
      <dgm:t>
        <a:bodyPr/>
        <a:lstStyle/>
        <a:p>
          <a:endParaRPr lang="en-IN" sz="3600">
            <a:latin typeface="Times New Roman" panose="02020603050405020304" pitchFamily="18" charset="0"/>
            <a:cs typeface="Times New Roman" panose="02020603050405020304" pitchFamily="18" charset="0"/>
          </a:endParaRPr>
        </a:p>
      </dgm:t>
    </dgm:pt>
    <dgm:pt modelId="{94403740-9151-4158-B4C5-61A5F71B6FBF}" type="sibTrans" cxnId="{7DFCE205-7317-4822-8916-D46EF0408B46}">
      <dgm:prSet/>
      <dgm:spPr/>
      <dgm:t>
        <a:bodyPr/>
        <a:lstStyle/>
        <a:p>
          <a:endParaRPr lang="en-IN" sz="3600">
            <a:latin typeface="Times New Roman" panose="02020603050405020304" pitchFamily="18" charset="0"/>
            <a:cs typeface="Times New Roman" panose="02020603050405020304" pitchFamily="18" charset="0"/>
          </a:endParaRPr>
        </a:p>
      </dgm:t>
    </dgm:pt>
    <dgm:pt modelId="{4F305E22-306C-4512-A5A5-A9D2D3494CE0}">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Check that everything was entered correctly — the date is in the right format, the amount is a positive number, and the type is either "Income" or "Expense."</a:t>
          </a:r>
          <a:endParaRPr lang="en-IN" sz="1400" dirty="0">
            <a:latin typeface="Times New Roman" panose="02020603050405020304" pitchFamily="18" charset="0"/>
            <a:cs typeface="Times New Roman" panose="02020603050405020304" pitchFamily="18" charset="0"/>
          </a:endParaRPr>
        </a:p>
      </dgm:t>
    </dgm:pt>
    <dgm:pt modelId="{3C633108-AEC0-4928-819F-9CD67D9B39F7}" type="parTrans" cxnId="{E1E4F88C-D2F9-4AD3-861C-4C6C1D20EA25}">
      <dgm:prSet/>
      <dgm:spPr/>
      <dgm:t>
        <a:bodyPr/>
        <a:lstStyle/>
        <a:p>
          <a:endParaRPr lang="en-IN" sz="3600">
            <a:latin typeface="Times New Roman" panose="02020603050405020304" pitchFamily="18" charset="0"/>
            <a:cs typeface="Times New Roman" panose="02020603050405020304" pitchFamily="18" charset="0"/>
          </a:endParaRPr>
        </a:p>
      </dgm:t>
    </dgm:pt>
    <dgm:pt modelId="{8F4B7828-8AD5-4EF1-BF1E-F319F61DCE44}" type="sibTrans" cxnId="{E1E4F88C-D2F9-4AD3-861C-4C6C1D20EA25}">
      <dgm:prSet/>
      <dgm:spPr/>
      <dgm:t>
        <a:bodyPr/>
        <a:lstStyle/>
        <a:p>
          <a:endParaRPr lang="en-IN" sz="3600">
            <a:latin typeface="Times New Roman" panose="02020603050405020304" pitchFamily="18" charset="0"/>
            <a:cs typeface="Times New Roman" panose="02020603050405020304" pitchFamily="18" charset="0"/>
          </a:endParaRPr>
        </a:p>
      </dgm:t>
    </dgm:pt>
    <dgm:pt modelId="{FE3FF352-8377-4A1E-8C30-CCBB63DE5A16}">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something is wrong, tell the user what's wrong and ask them to enter it again.</a:t>
          </a:r>
          <a:endParaRPr lang="en-IN" sz="1400" dirty="0">
            <a:latin typeface="Times New Roman" panose="02020603050405020304" pitchFamily="18" charset="0"/>
            <a:cs typeface="Times New Roman" panose="02020603050405020304" pitchFamily="18" charset="0"/>
          </a:endParaRPr>
        </a:p>
      </dgm:t>
    </dgm:pt>
    <dgm:pt modelId="{04A9B954-B662-4B16-8C24-5657CDF9A306}" type="parTrans" cxnId="{AEEAD50A-DA15-4F15-B72C-84E5B5F7C45F}">
      <dgm:prSet/>
      <dgm:spPr/>
      <dgm:t>
        <a:bodyPr/>
        <a:lstStyle/>
        <a:p>
          <a:endParaRPr lang="en-IN" sz="3600">
            <a:latin typeface="Times New Roman" panose="02020603050405020304" pitchFamily="18" charset="0"/>
            <a:cs typeface="Times New Roman" panose="02020603050405020304" pitchFamily="18" charset="0"/>
          </a:endParaRPr>
        </a:p>
      </dgm:t>
    </dgm:pt>
    <dgm:pt modelId="{CCC303B1-F75D-412D-B772-BEA00C2C6101}" type="sibTrans" cxnId="{AEEAD50A-DA15-4F15-B72C-84E5B5F7C45F}">
      <dgm:prSet/>
      <dgm:spPr/>
      <dgm:t>
        <a:bodyPr/>
        <a:lstStyle/>
        <a:p>
          <a:endParaRPr lang="en-IN" sz="3600">
            <a:latin typeface="Times New Roman" panose="02020603050405020304" pitchFamily="18" charset="0"/>
            <a:cs typeface="Times New Roman" panose="02020603050405020304" pitchFamily="18" charset="0"/>
          </a:endParaRPr>
        </a:p>
      </dgm:t>
    </dgm:pt>
    <dgm:pt modelId="{EC13B73C-B026-4370-8045-48DE20EA579C}">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Once everything checks out, save this new entry into the file and show a "Transaction added successfully" message.</a:t>
          </a:r>
          <a:endParaRPr lang="en-IN" sz="1400" dirty="0">
            <a:latin typeface="Times New Roman" panose="02020603050405020304" pitchFamily="18" charset="0"/>
            <a:cs typeface="Times New Roman" panose="02020603050405020304" pitchFamily="18" charset="0"/>
          </a:endParaRPr>
        </a:p>
      </dgm:t>
    </dgm:pt>
    <dgm:pt modelId="{11FB0443-EB6D-4618-ADCA-4C742A408F5C}" type="parTrans" cxnId="{E3DCE8E9-61AD-4498-8C22-4BA1AFA074FA}">
      <dgm:prSet/>
      <dgm:spPr/>
      <dgm:t>
        <a:bodyPr/>
        <a:lstStyle/>
        <a:p>
          <a:endParaRPr lang="en-IN" sz="3600">
            <a:latin typeface="Times New Roman" panose="02020603050405020304" pitchFamily="18" charset="0"/>
            <a:cs typeface="Times New Roman" panose="02020603050405020304" pitchFamily="18" charset="0"/>
          </a:endParaRPr>
        </a:p>
      </dgm:t>
    </dgm:pt>
    <dgm:pt modelId="{8559774D-7C70-42DF-843B-385689E01486}" type="sibTrans" cxnId="{E3DCE8E9-61AD-4498-8C22-4BA1AFA074FA}">
      <dgm:prSet/>
      <dgm:spPr/>
      <dgm:t>
        <a:bodyPr/>
        <a:lstStyle/>
        <a:p>
          <a:endParaRPr lang="en-IN" sz="3600">
            <a:latin typeface="Times New Roman" panose="02020603050405020304" pitchFamily="18" charset="0"/>
            <a:cs typeface="Times New Roman" panose="02020603050405020304" pitchFamily="18" charset="0"/>
          </a:endParaRPr>
        </a:p>
      </dgm:t>
    </dgm:pt>
    <dgm:pt modelId="{3186C8E7-3720-498E-B7D3-AE56B3259FA6}">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the user picks View, Update, Delete, or Reports, show a message saying that feature is coming in the next stage of the project.</a:t>
          </a:r>
          <a:endParaRPr lang="en-IN" sz="1400" dirty="0">
            <a:latin typeface="Times New Roman" panose="02020603050405020304" pitchFamily="18" charset="0"/>
            <a:cs typeface="Times New Roman" panose="02020603050405020304" pitchFamily="18" charset="0"/>
          </a:endParaRPr>
        </a:p>
      </dgm:t>
    </dgm:pt>
    <dgm:pt modelId="{301ABA1B-E3BF-42E6-9940-863D8AD10A09}" type="parTrans" cxnId="{16DA113C-05C8-4A47-A590-F1E707530D30}">
      <dgm:prSet/>
      <dgm:spPr/>
      <dgm:t>
        <a:bodyPr/>
        <a:lstStyle/>
        <a:p>
          <a:endParaRPr lang="en-IN" sz="3600">
            <a:latin typeface="Times New Roman" panose="02020603050405020304" pitchFamily="18" charset="0"/>
            <a:cs typeface="Times New Roman" panose="02020603050405020304" pitchFamily="18" charset="0"/>
          </a:endParaRPr>
        </a:p>
      </dgm:t>
    </dgm:pt>
    <dgm:pt modelId="{B29D8F99-B03E-4A89-98F6-4D498A4B69E4}" type="sibTrans" cxnId="{16DA113C-05C8-4A47-A590-F1E707530D30}">
      <dgm:prSet/>
      <dgm:spPr/>
      <dgm:t>
        <a:bodyPr/>
        <a:lstStyle/>
        <a:p>
          <a:endParaRPr lang="en-IN" sz="3600">
            <a:latin typeface="Times New Roman" panose="02020603050405020304" pitchFamily="18" charset="0"/>
            <a:cs typeface="Times New Roman" panose="02020603050405020304" pitchFamily="18" charset="0"/>
          </a:endParaRPr>
        </a:p>
      </dgm:t>
    </dgm:pt>
    <dgm:pt modelId="{75F2E800-2A99-4AD0-AC61-D2F901FCCBC7}">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the user chooses Exit, save everything and close the program.</a:t>
          </a:r>
          <a:endParaRPr lang="en-IN" sz="1400" dirty="0">
            <a:latin typeface="Times New Roman" panose="02020603050405020304" pitchFamily="18" charset="0"/>
            <a:cs typeface="Times New Roman" panose="02020603050405020304" pitchFamily="18" charset="0"/>
          </a:endParaRPr>
        </a:p>
      </dgm:t>
    </dgm:pt>
    <dgm:pt modelId="{C9D56443-9873-4502-96B5-740F9DF94FA5}" type="parTrans" cxnId="{98C61547-7BDF-47AB-94D4-F70E4FEE5E37}">
      <dgm:prSet/>
      <dgm:spPr/>
      <dgm:t>
        <a:bodyPr/>
        <a:lstStyle/>
        <a:p>
          <a:endParaRPr lang="en-IN" sz="3600">
            <a:latin typeface="Times New Roman" panose="02020603050405020304" pitchFamily="18" charset="0"/>
            <a:cs typeface="Times New Roman" panose="02020603050405020304" pitchFamily="18" charset="0"/>
          </a:endParaRPr>
        </a:p>
      </dgm:t>
    </dgm:pt>
    <dgm:pt modelId="{5CED5AB3-2F53-4AF1-ADEE-9AC336126922}" type="sibTrans" cxnId="{98C61547-7BDF-47AB-94D4-F70E4FEE5E37}">
      <dgm:prSet/>
      <dgm:spPr/>
      <dgm:t>
        <a:bodyPr/>
        <a:lstStyle/>
        <a:p>
          <a:endParaRPr lang="en-IN" sz="3600">
            <a:latin typeface="Times New Roman" panose="02020603050405020304" pitchFamily="18" charset="0"/>
            <a:cs typeface="Times New Roman" panose="02020603050405020304" pitchFamily="18" charset="0"/>
          </a:endParaRPr>
        </a:p>
      </dgm:t>
    </dgm:pt>
    <dgm:pt modelId="{9789E170-C43D-4C4B-9475-9848D9FD6DB0}">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the user enters something that isn't a valid option, show an error and bring the menu back up.</a:t>
          </a:r>
          <a:endParaRPr lang="en-IN" sz="1400" dirty="0">
            <a:latin typeface="Times New Roman" panose="02020603050405020304" pitchFamily="18" charset="0"/>
            <a:cs typeface="Times New Roman" panose="02020603050405020304" pitchFamily="18" charset="0"/>
          </a:endParaRPr>
        </a:p>
      </dgm:t>
    </dgm:pt>
    <dgm:pt modelId="{1166F9B0-32A8-48B2-87C9-E90FEECE039A}" type="parTrans" cxnId="{4A5194DD-FC6A-401B-A2E6-B5EB7C123D4E}">
      <dgm:prSet/>
      <dgm:spPr/>
      <dgm:t>
        <a:bodyPr/>
        <a:lstStyle/>
        <a:p>
          <a:endParaRPr lang="en-IN" sz="3600">
            <a:latin typeface="Times New Roman" panose="02020603050405020304" pitchFamily="18" charset="0"/>
            <a:cs typeface="Times New Roman" panose="02020603050405020304" pitchFamily="18" charset="0"/>
          </a:endParaRPr>
        </a:p>
      </dgm:t>
    </dgm:pt>
    <dgm:pt modelId="{1EB3C033-D600-43D4-8BBB-BA46B977FC0B}" type="sibTrans" cxnId="{4A5194DD-FC6A-401B-A2E6-B5EB7C123D4E}">
      <dgm:prSet/>
      <dgm:spPr/>
      <dgm:t>
        <a:bodyPr/>
        <a:lstStyle/>
        <a:p>
          <a:endParaRPr lang="en-IN" sz="3600">
            <a:latin typeface="Times New Roman" panose="02020603050405020304" pitchFamily="18" charset="0"/>
            <a:cs typeface="Times New Roman" panose="02020603050405020304" pitchFamily="18" charset="0"/>
          </a:endParaRPr>
        </a:p>
      </dgm:t>
    </dgm:pt>
    <dgm:pt modelId="{C992477C-84E5-4F8F-8630-305F23583E7C}">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Keep repeating steps 3 to 8 until the user exits.</a:t>
          </a:r>
        </a:p>
      </dgm:t>
    </dgm:pt>
    <dgm:pt modelId="{40961C2B-8352-4748-BF42-38FA0D071A05}" type="parTrans" cxnId="{F9EF1469-7798-4E03-ADD5-F3A54DB1BBF5}">
      <dgm:prSet/>
      <dgm:spPr/>
      <dgm:t>
        <a:bodyPr/>
        <a:lstStyle/>
        <a:p>
          <a:endParaRPr lang="en-IN" sz="3600">
            <a:latin typeface="Times New Roman" panose="02020603050405020304" pitchFamily="18" charset="0"/>
            <a:cs typeface="Times New Roman" panose="02020603050405020304" pitchFamily="18" charset="0"/>
          </a:endParaRPr>
        </a:p>
      </dgm:t>
    </dgm:pt>
    <dgm:pt modelId="{A9B06F45-38C5-48AC-825E-A352E5D78AB6}" type="sibTrans" cxnId="{F9EF1469-7798-4E03-ADD5-F3A54DB1BBF5}">
      <dgm:prSet/>
      <dgm:spPr/>
      <dgm:t>
        <a:bodyPr/>
        <a:lstStyle/>
        <a:p>
          <a:endParaRPr lang="en-IN" sz="3600">
            <a:latin typeface="Times New Roman" panose="02020603050405020304" pitchFamily="18" charset="0"/>
            <a:cs typeface="Times New Roman" panose="02020603050405020304" pitchFamily="18" charset="0"/>
          </a:endParaRPr>
        </a:p>
      </dgm:t>
    </dgm:pt>
    <dgm:pt modelId="{BEBEAE9E-3FBA-4B4B-93E9-F24BA6E517B6}">
      <dgm:prSet phldrT="[Text]" custT="1"/>
      <dgm:spPr/>
      <dgm:t>
        <a:bodyPr/>
        <a:lstStyle/>
        <a:p>
          <a:r>
            <a:rPr lang="en-US" sz="1400" dirty="0">
              <a:latin typeface="Times New Roman" panose="02020603050405020304" pitchFamily="18" charset="0"/>
              <a:cs typeface="Times New Roman" panose="02020603050405020304" pitchFamily="18" charset="0"/>
            </a:rPr>
            <a:t>End</a:t>
          </a:r>
          <a:endParaRPr lang="en-IN" sz="1200" dirty="0">
            <a:latin typeface="Times New Roman" panose="02020603050405020304" pitchFamily="18" charset="0"/>
            <a:cs typeface="Times New Roman" panose="02020603050405020304" pitchFamily="18" charset="0"/>
          </a:endParaRPr>
        </a:p>
      </dgm:t>
    </dgm:pt>
    <dgm:pt modelId="{5306CB0E-7593-4AC2-AD17-839329FA9256}" type="parTrans" cxnId="{202D5194-B7F0-498C-91D9-C23255333FD0}">
      <dgm:prSet/>
      <dgm:spPr/>
      <dgm:t>
        <a:bodyPr/>
        <a:lstStyle/>
        <a:p>
          <a:endParaRPr lang="en-IN" sz="3600">
            <a:latin typeface="Times New Roman" panose="02020603050405020304" pitchFamily="18" charset="0"/>
            <a:cs typeface="Times New Roman" panose="02020603050405020304" pitchFamily="18" charset="0"/>
          </a:endParaRPr>
        </a:p>
      </dgm:t>
    </dgm:pt>
    <dgm:pt modelId="{82E8BD1A-A096-4EF8-9DAA-C2208FE5B9DE}" type="sibTrans" cxnId="{202D5194-B7F0-498C-91D9-C23255333FD0}">
      <dgm:prSet/>
      <dgm:spPr/>
      <dgm:t>
        <a:bodyPr/>
        <a:lstStyle/>
        <a:p>
          <a:endParaRPr lang="en-IN" sz="3600">
            <a:latin typeface="Times New Roman" panose="02020603050405020304" pitchFamily="18" charset="0"/>
            <a:cs typeface="Times New Roman" panose="02020603050405020304" pitchFamily="18" charset="0"/>
          </a:endParaRPr>
        </a:p>
      </dgm:t>
    </dgm:pt>
    <dgm:pt modelId="{E64004A2-7411-464F-A18C-76F24678DACF}">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Check whether the expense file (expenses.csv) already exists.</a:t>
          </a:r>
          <a:endParaRPr lang="en-IN" sz="1400" dirty="0">
            <a:latin typeface="Times New Roman" panose="02020603050405020304" pitchFamily="18" charset="0"/>
            <a:cs typeface="Times New Roman" panose="02020603050405020304" pitchFamily="18" charset="0"/>
          </a:endParaRPr>
        </a:p>
      </dgm:t>
    </dgm:pt>
    <dgm:pt modelId="{759A4BB4-8870-426E-8D8A-63C1FACB149E}" type="parTrans" cxnId="{1B324EAB-2ABD-450D-8924-5B794171238A}">
      <dgm:prSet/>
      <dgm:spPr/>
      <dgm:t>
        <a:bodyPr/>
        <a:lstStyle/>
        <a:p>
          <a:endParaRPr lang="en-IN" sz="3600">
            <a:latin typeface="Times New Roman" panose="02020603050405020304" pitchFamily="18" charset="0"/>
            <a:cs typeface="Times New Roman" panose="02020603050405020304" pitchFamily="18" charset="0"/>
          </a:endParaRPr>
        </a:p>
      </dgm:t>
    </dgm:pt>
    <dgm:pt modelId="{B49E3CA5-8159-4863-A2A7-2FCC32C85119}" type="sibTrans" cxnId="{1B324EAB-2ABD-450D-8924-5B794171238A}">
      <dgm:prSet/>
      <dgm:spPr/>
      <dgm:t>
        <a:bodyPr/>
        <a:lstStyle/>
        <a:p>
          <a:endParaRPr lang="en-IN" sz="3600">
            <a:latin typeface="Times New Roman" panose="02020603050405020304" pitchFamily="18" charset="0"/>
            <a:cs typeface="Times New Roman" panose="02020603050405020304" pitchFamily="18" charset="0"/>
          </a:endParaRPr>
        </a:p>
      </dgm:t>
    </dgm:pt>
    <dgm:pt modelId="{07C60771-E20B-4F55-86BB-024C34AB4BC2}" type="pres">
      <dgm:prSet presAssocID="{E53EDDC4-C6CF-441A-8856-528DAB4C94C5}" presName="vert0" presStyleCnt="0">
        <dgm:presLayoutVars>
          <dgm:dir/>
          <dgm:animOne val="branch"/>
          <dgm:animLvl val="lvl"/>
        </dgm:presLayoutVars>
      </dgm:prSet>
      <dgm:spPr/>
    </dgm:pt>
    <dgm:pt modelId="{A04465C4-18FB-40E0-B28F-89ED44C851F0}" type="pres">
      <dgm:prSet presAssocID="{21C1BD93-2D5B-4A5D-AA5F-3B3C340148C9}" presName="thickLine" presStyleLbl="alignNode1" presStyleIdx="0" presStyleCnt="1"/>
      <dgm:spPr/>
    </dgm:pt>
    <dgm:pt modelId="{7BFF883B-D6C5-4355-A39C-195FC497AC53}" type="pres">
      <dgm:prSet presAssocID="{21C1BD93-2D5B-4A5D-AA5F-3B3C340148C9}" presName="horz1" presStyleCnt="0"/>
      <dgm:spPr/>
    </dgm:pt>
    <dgm:pt modelId="{2332389E-26E1-4FD1-BC17-EE5254624AE4}" type="pres">
      <dgm:prSet presAssocID="{21C1BD93-2D5B-4A5D-AA5F-3B3C340148C9}" presName="tx1" presStyleLbl="revTx" presStyleIdx="0" presStyleCnt="15"/>
      <dgm:spPr/>
    </dgm:pt>
    <dgm:pt modelId="{491F90D4-AFF0-47B2-BA18-9DD0AB05D60B}" type="pres">
      <dgm:prSet presAssocID="{21C1BD93-2D5B-4A5D-AA5F-3B3C340148C9}" presName="vert1" presStyleCnt="0"/>
      <dgm:spPr/>
    </dgm:pt>
    <dgm:pt modelId="{A79C3005-AD68-40DA-B2BF-638DD3654171}" type="pres">
      <dgm:prSet presAssocID="{E64004A2-7411-464F-A18C-76F24678DACF}" presName="vertSpace2a" presStyleCnt="0"/>
      <dgm:spPr/>
    </dgm:pt>
    <dgm:pt modelId="{054DE730-329B-48E9-98F4-AC0B08425BDC}" type="pres">
      <dgm:prSet presAssocID="{E64004A2-7411-464F-A18C-76F24678DACF}" presName="horz2" presStyleCnt="0"/>
      <dgm:spPr/>
    </dgm:pt>
    <dgm:pt modelId="{6DEE92AC-4AD3-42A8-A2A6-776EF3CBE496}" type="pres">
      <dgm:prSet presAssocID="{E64004A2-7411-464F-A18C-76F24678DACF}" presName="horzSpace2" presStyleCnt="0"/>
      <dgm:spPr/>
    </dgm:pt>
    <dgm:pt modelId="{BF14628F-F3C4-4B5C-9811-8A53C50CEAB5}" type="pres">
      <dgm:prSet presAssocID="{E64004A2-7411-464F-A18C-76F24678DACF}" presName="tx2" presStyleLbl="revTx" presStyleIdx="1" presStyleCnt="15"/>
      <dgm:spPr/>
    </dgm:pt>
    <dgm:pt modelId="{B2F3975B-7E6A-4D04-A754-F2CCD68EFD01}" type="pres">
      <dgm:prSet presAssocID="{E64004A2-7411-464F-A18C-76F24678DACF}" presName="vert2" presStyleCnt="0"/>
      <dgm:spPr/>
    </dgm:pt>
    <dgm:pt modelId="{64C57B58-D45B-4F55-85B3-A59489BEB70B}" type="pres">
      <dgm:prSet presAssocID="{E64004A2-7411-464F-A18C-76F24678DACF}" presName="thinLine2b" presStyleLbl="callout" presStyleIdx="0" presStyleCnt="14"/>
      <dgm:spPr/>
    </dgm:pt>
    <dgm:pt modelId="{9EE0BD51-8491-41A2-A84C-4B19950FAD91}" type="pres">
      <dgm:prSet presAssocID="{E64004A2-7411-464F-A18C-76F24678DACF}" presName="vertSpace2b" presStyleCnt="0"/>
      <dgm:spPr/>
    </dgm:pt>
    <dgm:pt modelId="{9F8F8D0F-719B-4FA3-BAAC-5C75806C9453}" type="pres">
      <dgm:prSet presAssocID="{A06836E7-1CDB-49FF-9F58-05923C7EBA8F}" presName="horz2" presStyleCnt="0"/>
      <dgm:spPr/>
    </dgm:pt>
    <dgm:pt modelId="{1A969A82-9280-475D-88E7-C58B42F49F2E}" type="pres">
      <dgm:prSet presAssocID="{A06836E7-1CDB-49FF-9F58-05923C7EBA8F}" presName="horzSpace2" presStyleCnt="0"/>
      <dgm:spPr/>
    </dgm:pt>
    <dgm:pt modelId="{EDFD20D3-0637-4222-A7E5-6727C6FE0E4D}" type="pres">
      <dgm:prSet presAssocID="{A06836E7-1CDB-49FF-9F58-05923C7EBA8F}" presName="tx2" presStyleLbl="revTx" presStyleIdx="2" presStyleCnt="15"/>
      <dgm:spPr/>
    </dgm:pt>
    <dgm:pt modelId="{10A3F812-6F6E-45F3-B83D-37345040FFEA}" type="pres">
      <dgm:prSet presAssocID="{A06836E7-1CDB-49FF-9F58-05923C7EBA8F}" presName="vert2" presStyleCnt="0"/>
      <dgm:spPr/>
    </dgm:pt>
    <dgm:pt modelId="{FBB45308-4008-4CD9-998A-40658474DACA}" type="pres">
      <dgm:prSet presAssocID="{A06836E7-1CDB-49FF-9F58-05923C7EBA8F}" presName="thinLine2b" presStyleLbl="callout" presStyleIdx="1" presStyleCnt="14"/>
      <dgm:spPr/>
    </dgm:pt>
    <dgm:pt modelId="{DEEB2840-923A-46AD-8AEC-F2F1BBCFBCF8}" type="pres">
      <dgm:prSet presAssocID="{A06836E7-1CDB-49FF-9F58-05923C7EBA8F}" presName="vertSpace2b" presStyleCnt="0"/>
      <dgm:spPr/>
    </dgm:pt>
    <dgm:pt modelId="{348F0D54-3308-48EE-852B-1728AC21B529}" type="pres">
      <dgm:prSet presAssocID="{7420906C-69A7-4790-AEE6-9E71A6758D8E}" presName="horz2" presStyleCnt="0"/>
      <dgm:spPr/>
    </dgm:pt>
    <dgm:pt modelId="{B503BF37-393D-4253-9875-A74EADE1CE69}" type="pres">
      <dgm:prSet presAssocID="{7420906C-69A7-4790-AEE6-9E71A6758D8E}" presName="horzSpace2" presStyleCnt="0"/>
      <dgm:spPr/>
    </dgm:pt>
    <dgm:pt modelId="{64EE17FB-80DC-4365-9A32-FC53FEECB992}" type="pres">
      <dgm:prSet presAssocID="{7420906C-69A7-4790-AEE6-9E71A6758D8E}" presName="tx2" presStyleLbl="revTx" presStyleIdx="3" presStyleCnt="15" custScaleY="154467"/>
      <dgm:spPr/>
    </dgm:pt>
    <dgm:pt modelId="{659FEADF-C6AC-4854-BF34-E4560C245AF1}" type="pres">
      <dgm:prSet presAssocID="{7420906C-69A7-4790-AEE6-9E71A6758D8E}" presName="vert2" presStyleCnt="0"/>
      <dgm:spPr/>
    </dgm:pt>
    <dgm:pt modelId="{67ACBFDA-095A-48F2-A550-0BFCC7BAD85B}" type="pres">
      <dgm:prSet presAssocID="{7420906C-69A7-4790-AEE6-9E71A6758D8E}" presName="thinLine2b" presStyleLbl="callout" presStyleIdx="2" presStyleCnt="14"/>
      <dgm:spPr/>
    </dgm:pt>
    <dgm:pt modelId="{7F270FCE-6DDE-4E76-83AE-76CB2944AA8F}" type="pres">
      <dgm:prSet presAssocID="{7420906C-69A7-4790-AEE6-9E71A6758D8E}" presName="vertSpace2b" presStyleCnt="0"/>
      <dgm:spPr/>
    </dgm:pt>
    <dgm:pt modelId="{7F9C1B74-4A8F-4C45-82E4-D3480A4DDD5E}" type="pres">
      <dgm:prSet presAssocID="{875E3A73-8C39-470E-947C-1F586521DE63}" presName="horz2" presStyleCnt="0"/>
      <dgm:spPr/>
    </dgm:pt>
    <dgm:pt modelId="{D2EBD337-AFA7-462D-9967-DE14EE03C124}" type="pres">
      <dgm:prSet presAssocID="{875E3A73-8C39-470E-947C-1F586521DE63}" presName="horzSpace2" presStyleCnt="0"/>
      <dgm:spPr/>
    </dgm:pt>
    <dgm:pt modelId="{0AAE8161-B36A-496E-9AC9-51B20D032A9E}" type="pres">
      <dgm:prSet presAssocID="{875E3A73-8C39-470E-947C-1F586521DE63}" presName="tx2" presStyleLbl="revTx" presStyleIdx="4" presStyleCnt="15"/>
      <dgm:spPr/>
    </dgm:pt>
    <dgm:pt modelId="{B0915132-37F5-4070-A073-DA3D1F7D1FA5}" type="pres">
      <dgm:prSet presAssocID="{875E3A73-8C39-470E-947C-1F586521DE63}" presName="vert2" presStyleCnt="0"/>
      <dgm:spPr/>
    </dgm:pt>
    <dgm:pt modelId="{0AD08757-B814-4DBA-8288-3D43C3A32F5C}" type="pres">
      <dgm:prSet presAssocID="{875E3A73-8C39-470E-947C-1F586521DE63}" presName="thinLine2b" presStyleLbl="callout" presStyleIdx="3" presStyleCnt="14"/>
      <dgm:spPr/>
    </dgm:pt>
    <dgm:pt modelId="{BF062986-7112-49E6-A86E-3CCD1ADC0595}" type="pres">
      <dgm:prSet presAssocID="{875E3A73-8C39-470E-947C-1F586521DE63}" presName="vertSpace2b" presStyleCnt="0"/>
      <dgm:spPr/>
    </dgm:pt>
    <dgm:pt modelId="{69EACA63-6127-4AD5-A19C-8459C9F983BF}" type="pres">
      <dgm:prSet presAssocID="{D5D69D09-4536-4F8D-8851-F6A6F36FA87C}" presName="horz2" presStyleCnt="0"/>
      <dgm:spPr/>
    </dgm:pt>
    <dgm:pt modelId="{B57D0F04-DEC3-4933-A6E0-1BBD2A649F94}" type="pres">
      <dgm:prSet presAssocID="{D5D69D09-4536-4F8D-8851-F6A6F36FA87C}" presName="horzSpace2" presStyleCnt="0"/>
      <dgm:spPr/>
    </dgm:pt>
    <dgm:pt modelId="{22AC64C8-24AD-4DD0-A88D-439D3E6C6F79}" type="pres">
      <dgm:prSet presAssocID="{D5D69D09-4536-4F8D-8851-F6A6F36FA87C}" presName="tx2" presStyleLbl="revTx" presStyleIdx="5" presStyleCnt="15"/>
      <dgm:spPr/>
    </dgm:pt>
    <dgm:pt modelId="{B89B320B-2380-4A6B-88DC-EF135FBBB82D}" type="pres">
      <dgm:prSet presAssocID="{D5D69D09-4536-4F8D-8851-F6A6F36FA87C}" presName="vert2" presStyleCnt="0"/>
      <dgm:spPr/>
    </dgm:pt>
    <dgm:pt modelId="{5043259B-9355-4CB5-8DE1-548F60571D3B}" type="pres">
      <dgm:prSet presAssocID="{D5D69D09-4536-4F8D-8851-F6A6F36FA87C}" presName="thinLine2b" presStyleLbl="callout" presStyleIdx="4" presStyleCnt="14"/>
      <dgm:spPr/>
    </dgm:pt>
    <dgm:pt modelId="{1D28D647-E64E-40E1-B9DB-D047DF789D32}" type="pres">
      <dgm:prSet presAssocID="{D5D69D09-4536-4F8D-8851-F6A6F36FA87C}" presName="vertSpace2b" presStyleCnt="0"/>
      <dgm:spPr/>
    </dgm:pt>
    <dgm:pt modelId="{C36D1545-39B4-46E2-9F02-19CC6B5F971F}" type="pres">
      <dgm:prSet presAssocID="{53262563-22AA-4BF0-9181-7381DF322618}" presName="horz2" presStyleCnt="0"/>
      <dgm:spPr/>
    </dgm:pt>
    <dgm:pt modelId="{127B6CED-F731-4F07-82B0-1EA1F003AFC0}" type="pres">
      <dgm:prSet presAssocID="{53262563-22AA-4BF0-9181-7381DF322618}" presName="horzSpace2" presStyleCnt="0"/>
      <dgm:spPr/>
    </dgm:pt>
    <dgm:pt modelId="{7B204AB1-2845-4B5D-A574-9347D749F46A}" type="pres">
      <dgm:prSet presAssocID="{53262563-22AA-4BF0-9181-7381DF322618}" presName="tx2" presStyleLbl="revTx" presStyleIdx="6" presStyleCnt="15"/>
      <dgm:spPr/>
    </dgm:pt>
    <dgm:pt modelId="{3694FF1D-09AC-4729-80AC-7B7603B70CFF}" type="pres">
      <dgm:prSet presAssocID="{53262563-22AA-4BF0-9181-7381DF322618}" presName="vert2" presStyleCnt="0"/>
      <dgm:spPr/>
    </dgm:pt>
    <dgm:pt modelId="{52D4FA80-42E8-4447-9673-9EDAB691630A}" type="pres">
      <dgm:prSet presAssocID="{53262563-22AA-4BF0-9181-7381DF322618}" presName="thinLine2b" presStyleLbl="callout" presStyleIdx="5" presStyleCnt="14"/>
      <dgm:spPr/>
    </dgm:pt>
    <dgm:pt modelId="{DFB2288C-8963-4B29-BAED-64B4CA3E651E}" type="pres">
      <dgm:prSet presAssocID="{53262563-22AA-4BF0-9181-7381DF322618}" presName="vertSpace2b" presStyleCnt="0"/>
      <dgm:spPr/>
    </dgm:pt>
    <dgm:pt modelId="{E888BFA9-04D0-45ED-9DE3-F112DAA9D2CB}" type="pres">
      <dgm:prSet presAssocID="{4F305E22-306C-4512-A5A5-A9D2D3494CE0}" presName="horz2" presStyleCnt="0"/>
      <dgm:spPr/>
    </dgm:pt>
    <dgm:pt modelId="{14429B4F-F946-464B-BCD0-E2D4DA6F4148}" type="pres">
      <dgm:prSet presAssocID="{4F305E22-306C-4512-A5A5-A9D2D3494CE0}" presName="horzSpace2" presStyleCnt="0"/>
      <dgm:spPr/>
    </dgm:pt>
    <dgm:pt modelId="{A9ECDED7-5521-4E0B-8BF3-D719597053E7}" type="pres">
      <dgm:prSet presAssocID="{4F305E22-306C-4512-A5A5-A9D2D3494CE0}" presName="tx2" presStyleLbl="revTx" presStyleIdx="7" presStyleCnt="15" custScaleY="180827"/>
      <dgm:spPr/>
    </dgm:pt>
    <dgm:pt modelId="{C7FD64F4-31B7-46E3-8F82-088B9F3DE484}" type="pres">
      <dgm:prSet presAssocID="{4F305E22-306C-4512-A5A5-A9D2D3494CE0}" presName="vert2" presStyleCnt="0"/>
      <dgm:spPr/>
    </dgm:pt>
    <dgm:pt modelId="{6EB75B8E-9088-4D89-9A8F-7B9653FD3AA0}" type="pres">
      <dgm:prSet presAssocID="{4F305E22-306C-4512-A5A5-A9D2D3494CE0}" presName="thinLine2b" presStyleLbl="callout" presStyleIdx="6" presStyleCnt="14"/>
      <dgm:spPr/>
    </dgm:pt>
    <dgm:pt modelId="{069895D7-8BE6-4C23-895E-EC3032D64D8A}" type="pres">
      <dgm:prSet presAssocID="{4F305E22-306C-4512-A5A5-A9D2D3494CE0}" presName="vertSpace2b" presStyleCnt="0"/>
      <dgm:spPr/>
    </dgm:pt>
    <dgm:pt modelId="{4AA6EC86-730F-45E5-949B-469C1C6CF5EF}" type="pres">
      <dgm:prSet presAssocID="{FE3FF352-8377-4A1E-8C30-CCBB63DE5A16}" presName="horz2" presStyleCnt="0"/>
      <dgm:spPr/>
    </dgm:pt>
    <dgm:pt modelId="{76633676-F3D8-4963-8554-DD549445E349}" type="pres">
      <dgm:prSet presAssocID="{FE3FF352-8377-4A1E-8C30-CCBB63DE5A16}" presName="horzSpace2" presStyleCnt="0"/>
      <dgm:spPr/>
    </dgm:pt>
    <dgm:pt modelId="{B7054301-83B5-4B1A-AF5D-E7998448F7FB}" type="pres">
      <dgm:prSet presAssocID="{FE3FF352-8377-4A1E-8C30-CCBB63DE5A16}" presName="tx2" presStyleLbl="revTx" presStyleIdx="8" presStyleCnt="15"/>
      <dgm:spPr/>
    </dgm:pt>
    <dgm:pt modelId="{AB9C6D43-C1B4-4CD8-989A-1DA96C08A567}" type="pres">
      <dgm:prSet presAssocID="{FE3FF352-8377-4A1E-8C30-CCBB63DE5A16}" presName="vert2" presStyleCnt="0"/>
      <dgm:spPr/>
    </dgm:pt>
    <dgm:pt modelId="{100417DD-30BD-4B81-AFCE-EFDB5D2AE27A}" type="pres">
      <dgm:prSet presAssocID="{FE3FF352-8377-4A1E-8C30-CCBB63DE5A16}" presName="thinLine2b" presStyleLbl="callout" presStyleIdx="7" presStyleCnt="14"/>
      <dgm:spPr/>
    </dgm:pt>
    <dgm:pt modelId="{7D6DCD7D-A8FA-4502-8C53-7C620E173566}" type="pres">
      <dgm:prSet presAssocID="{FE3FF352-8377-4A1E-8C30-CCBB63DE5A16}" presName="vertSpace2b" presStyleCnt="0"/>
      <dgm:spPr/>
    </dgm:pt>
    <dgm:pt modelId="{B2E3E02C-2C38-4B6F-AC52-AE18738AC01A}" type="pres">
      <dgm:prSet presAssocID="{EC13B73C-B026-4370-8045-48DE20EA579C}" presName="horz2" presStyleCnt="0"/>
      <dgm:spPr/>
    </dgm:pt>
    <dgm:pt modelId="{6E99EC3B-A308-40D5-B0F6-FE212FB29889}" type="pres">
      <dgm:prSet presAssocID="{EC13B73C-B026-4370-8045-48DE20EA579C}" presName="horzSpace2" presStyleCnt="0"/>
      <dgm:spPr/>
    </dgm:pt>
    <dgm:pt modelId="{D0FF1AC0-1162-46A6-AA1C-6A3CE2964355}" type="pres">
      <dgm:prSet presAssocID="{EC13B73C-B026-4370-8045-48DE20EA579C}" presName="tx2" presStyleLbl="revTx" presStyleIdx="9" presStyleCnt="15" custScaleY="178153"/>
      <dgm:spPr/>
    </dgm:pt>
    <dgm:pt modelId="{38B8A176-48DE-4D5B-AFA9-A47ACBAFAB40}" type="pres">
      <dgm:prSet presAssocID="{EC13B73C-B026-4370-8045-48DE20EA579C}" presName="vert2" presStyleCnt="0"/>
      <dgm:spPr/>
    </dgm:pt>
    <dgm:pt modelId="{9D2ECC15-7A75-43F9-8A41-A1B3BBDA98F4}" type="pres">
      <dgm:prSet presAssocID="{EC13B73C-B026-4370-8045-48DE20EA579C}" presName="thinLine2b" presStyleLbl="callout" presStyleIdx="8" presStyleCnt="14"/>
      <dgm:spPr/>
    </dgm:pt>
    <dgm:pt modelId="{809C4AF6-78D8-439F-A08C-1840525357D2}" type="pres">
      <dgm:prSet presAssocID="{EC13B73C-B026-4370-8045-48DE20EA579C}" presName="vertSpace2b" presStyleCnt="0"/>
      <dgm:spPr/>
    </dgm:pt>
    <dgm:pt modelId="{DB963403-1F4D-463D-A403-B34B443FE31C}" type="pres">
      <dgm:prSet presAssocID="{3186C8E7-3720-498E-B7D3-AE56B3259FA6}" presName="horz2" presStyleCnt="0"/>
      <dgm:spPr/>
    </dgm:pt>
    <dgm:pt modelId="{EA80AA9C-AEA8-4955-B28A-9F39E426D755}" type="pres">
      <dgm:prSet presAssocID="{3186C8E7-3720-498E-B7D3-AE56B3259FA6}" presName="horzSpace2" presStyleCnt="0"/>
      <dgm:spPr/>
    </dgm:pt>
    <dgm:pt modelId="{3AFED8DE-C95D-42F1-8F90-0DA00E97D1FF}" type="pres">
      <dgm:prSet presAssocID="{3186C8E7-3720-498E-B7D3-AE56B3259FA6}" presName="tx2" presStyleLbl="revTx" presStyleIdx="10" presStyleCnt="15" custScaleY="182988"/>
      <dgm:spPr/>
    </dgm:pt>
    <dgm:pt modelId="{34D07811-A4E9-4FF9-96C1-1DF2F3AF4376}" type="pres">
      <dgm:prSet presAssocID="{3186C8E7-3720-498E-B7D3-AE56B3259FA6}" presName="vert2" presStyleCnt="0"/>
      <dgm:spPr/>
    </dgm:pt>
    <dgm:pt modelId="{F9E2361C-D0FD-4CC4-BB1E-028721CCDC86}" type="pres">
      <dgm:prSet presAssocID="{3186C8E7-3720-498E-B7D3-AE56B3259FA6}" presName="thinLine2b" presStyleLbl="callout" presStyleIdx="9" presStyleCnt="14" custLinFactY="5597" custLinFactNeighborX="1814" custLinFactNeighborY="100000"/>
      <dgm:spPr/>
    </dgm:pt>
    <dgm:pt modelId="{02E28912-D40E-4F4F-A1D6-F3D7984B7F31}" type="pres">
      <dgm:prSet presAssocID="{3186C8E7-3720-498E-B7D3-AE56B3259FA6}" presName="vertSpace2b" presStyleCnt="0"/>
      <dgm:spPr/>
    </dgm:pt>
    <dgm:pt modelId="{6ADDF687-A206-4DCB-810F-8F037B7089C1}" type="pres">
      <dgm:prSet presAssocID="{75F2E800-2A99-4AD0-AC61-D2F901FCCBC7}" presName="horz2" presStyleCnt="0"/>
      <dgm:spPr/>
    </dgm:pt>
    <dgm:pt modelId="{177B4046-3E0C-4902-8F9B-90F494D40A86}" type="pres">
      <dgm:prSet presAssocID="{75F2E800-2A99-4AD0-AC61-D2F901FCCBC7}" presName="horzSpace2" presStyleCnt="0"/>
      <dgm:spPr/>
    </dgm:pt>
    <dgm:pt modelId="{ADD5B13E-F569-4D26-BEAB-65EB00E272A8}" type="pres">
      <dgm:prSet presAssocID="{75F2E800-2A99-4AD0-AC61-D2F901FCCBC7}" presName="tx2" presStyleLbl="revTx" presStyleIdx="11" presStyleCnt="15"/>
      <dgm:spPr/>
    </dgm:pt>
    <dgm:pt modelId="{23AB6A03-054B-4E8B-A861-D7796571FE31}" type="pres">
      <dgm:prSet presAssocID="{75F2E800-2A99-4AD0-AC61-D2F901FCCBC7}" presName="vert2" presStyleCnt="0"/>
      <dgm:spPr/>
    </dgm:pt>
    <dgm:pt modelId="{902D34B0-FD59-4DFF-AFF1-173331A182B4}" type="pres">
      <dgm:prSet presAssocID="{75F2E800-2A99-4AD0-AC61-D2F901FCCBC7}" presName="thinLine2b" presStyleLbl="callout" presStyleIdx="10" presStyleCnt="14"/>
      <dgm:spPr/>
    </dgm:pt>
    <dgm:pt modelId="{BE474F6A-CE8A-4A8D-ACE4-AC4D9D918C6C}" type="pres">
      <dgm:prSet presAssocID="{75F2E800-2A99-4AD0-AC61-D2F901FCCBC7}" presName="vertSpace2b" presStyleCnt="0"/>
      <dgm:spPr/>
    </dgm:pt>
    <dgm:pt modelId="{5D4175DD-E719-4D08-83C5-8DED66C95992}" type="pres">
      <dgm:prSet presAssocID="{9789E170-C43D-4C4B-9475-9848D9FD6DB0}" presName="horz2" presStyleCnt="0"/>
      <dgm:spPr/>
    </dgm:pt>
    <dgm:pt modelId="{D2594A71-B7D5-46B8-9C0B-A26E8EEFB684}" type="pres">
      <dgm:prSet presAssocID="{9789E170-C43D-4C4B-9475-9848D9FD6DB0}" presName="horzSpace2" presStyleCnt="0"/>
      <dgm:spPr/>
    </dgm:pt>
    <dgm:pt modelId="{286CD457-B699-4036-A11A-7A316A21F8E5}" type="pres">
      <dgm:prSet presAssocID="{9789E170-C43D-4C4B-9475-9848D9FD6DB0}" presName="tx2" presStyleLbl="revTx" presStyleIdx="12" presStyleCnt="15" custScaleY="199107"/>
      <dgm:spPr/>
    </dgm:pt>
    <dgm:pt modelId="{5AD9CD67-D4D9-4862-92F9-9DC4F0BC34AF}" type="pres">
      <dgm:prSet presAssocID="{9789E170-C43D-4C4B-9475-9848D9FD6DB0}" presName="vert2" presStyleCnt="0"/>
      <dgm:spPr/>
    </dgm:pt>
    <dgm:pt modelId="{7237E8CB-D770-435E-A338-A2A954FC7BAF}" type="pres">
      <dgm:prSet presAssocID="{9789E170-C43D-4C4B-9475-9848D9FD6DB0}" presName="thinLine2b" presStyleLbl="callout" presStyleIdx="11" presStyleCnt="14"/>
      <dgm:spPr/>
    </dgm:pt>
    <dgm:pt modelId="{53136D9A-3A97-4FD9-8484-503C80F61405}" type="pres">
      <dgm:prSet presAssocID="{9789E170-C43D-4C4B-9475-9848D9FD6DB0}" presName="vertSpace2b" presStyleCnt="0"/>
      <dgm:spPr/>
    </dgm:pt>
    <dgm:pt modelId="{24A4DBAA-C917-4AA8-B877-090D5ADE7607}" type="pres">
      <dgm:prSet presAssocID="{C992477C-84E5-4F8F-8630-305F23583E7C}" presName="horz2" presStyleCnt="0"/>
      <dgm:spPr/>
    </dgm:pt>
    <dgm:pt modelId="{E20CF7B5-4EF8-46A9-9A24-5F5764ED1843}" type="pres">
      <dgm:prSet presAssocID="{C992477C-84E5-4F8F-8630-305F23583E7C}" presName="horzSpace2" presStyleCnt="0"/>
      <dgm:spPr/>
    </dgm:pt>
    <dgm:pt modelId="{24B45641-6F52-4734-A303-29992C05100F}" type="pres">
      <dgm:prSet presAssocID="{C992477C-84E5-4F8F-8630-305F23583E7C}" presName="tx2" presStyleLbl="revTx" presStyleIdx="13" presStyleCnt="15"/>
      <dgm:spPr/>
    </dgm:pt>
    <dgm:pt modelId="{ECE226F5-0428-4E3F-8B5E-3F62D769E26B}" type="pres">
      <dgm:prSet presAssocID="{C992477C-84E5-4F8F-8630-305F23583E7C}" presName="vert2" presStyleCnt="0"/>
      <dgm:spPr/>
    </dgm:pt>
    <dgm:pt modelId="{532E47B9-3FD7-4203-B08D-4AA0A1E40032}" type="pres">
      <dgm:prSet presAssocID="{C992477C-84E5-4F8F-8630-305F23583E7C}" presName="thinLine2b" presStyleLbl="callout" presStyleIdx="12" presStyleCnt="14"/>
      <dgm:spPr/>
    </dgm:pt>
    <dgm:pt modelId="{EE0A6EBE-D402-45AE-95E7-8E7CA33B6A72}" type="pres">
      <dgm:prSet presAssocID="{C992477C-84E5-4F8F-8630-305F23583E7C}" presName="vertSpace2b" presStyleCnt="0"/>
      <dgm:spPr/>
    </dgm:pt>
    <dgm:pt modelId="{EF786FF9-A155-4018-BDFE-35D350161B9B}" type="pres">
      <dgm:prSet presAssocID="{BEBEAE9E-3FBA-4B4B-93E9-F24BA6E517B6}" presName="horz2" presStyleCnt="0"/>
      <dgm:spPr/>
    </dgm:pt>
    <dgm:pt modelId="{B3264315-702D-45BA-8A5C-C2FE08E71454}" type="pres">
      <dgm:prSet presAssocID="{BEBEAE9E-3FBA-4B4B-93E9-F24BA6E517B6}" presName="horzSpace2" presStyleCnt="0"/>
      <dgm:spPr/>
    </dgm:pt>
    <dgm:pt modelId="{F733003D-DA84-4084-9323-D735EC460BF5}" type="pres">
      <dgm:prSet presAssocID="{BEBEAE9E-3FBA-4B4B-93E9-F24BA6E517B6}" presName="tx2" presStyleLbl="revTx" presStyleIdx="14" presStyleCnt="15"/>
      <dgm:spPr/>
    </dgm:pt>
    <dgm:pt modelId="{3DD9552D-CE96-4693-9FA8-275CBD962DBF}" type="pres">
      <dgm:prSet presAssocID="{BEBEAE9E-3FBA-4B4B-93E9-F24BA6E517B6}" presName="vert2" presStyleCnt="0"/>
      <dgm:spPr/>
    </dgm:pt>
    <dgm:pt modelId="{2F59D2D6-F2F7-46A5-B27B-9D507823CD7E}" type="pres">
      <dgm:prSet presAssocID="{BEBEAE9E-3FBA-4B4B-93E9-F24BA6E517B6}" presName="thinLine2b" presStyleLbl="callout" presStyleIdx="13" presStyleCnt="14"/>
      <dgm:spPr/>
    </dgm:pt>
    <dgm:pt modelId="{CB8EEAE2-5F87-436A-8DC5-247AF883F58A}" type="pres">
      <dgm:prSet presAssocID="{BEBEAE9E-3FBA-4B4B-93E9-F24BA6E517B6}" presName="vertSpace2b" presStyleCnt="0"/>
      <dgm:spPr/>
    </dgm:pt>
  </dgm:ptLst>
  <dgm:cxnLst>
    <dgm:cxn modelId="{7DFCE205-7317-4822-8916-D46EF0408B46}" srcId="{21C1BD93-2D5B-4A5D-AA5F-3B3C340148C9}" destId="{53262563-22AA-4BF0-9181-7381DF322618}" srcOrd="5" destOrd="0" parTransId="{8706E349-AC56-4D6C-AD56-F3395AA1ACCF}" sibTransId="{94403740-9151-4158-B4C5-61A5F71B6FBF}"/>
    <dgm:cxn modelId="{AEEAD50A-DA15-4F15-B72C-84E5B5F7C45F}" srcId="{21C1BD93-2D5B-4A5D-AA5F-3B3C340148C9}" destId="{FE3FF352-8377-4A1E-8C30-CCBB63DE5A16}" srcOrd="7" destOrd="0" parTransId="{04A9B954-B662-4B16-8C24-5657CDF9A306}" sibTransId="{CCC303B1-F75D-412D-B772-BEA00C2C6101}"/>
    <dgm:cxn modelId="{A98BF61A-4456-4B26-9A45-DBF894BC5E3A}" type="presOf" srcId="{875E3A73-8C39-470E-947C-1F586521DE63}" destId="{0AAE8161-B36A-496E-9AC9-51B20D032A9E}" srcOrd="0" destOrd="0" presId="urn:microsoft.com/office/officeart/2008/layout/LinedList"/>
    <dgm:cxn modelId="{842A3629-D18F-44FF-8D2A-A7097F928F35}" type="presOf" srcId="{E64004A2-7411-464F-A18C-76F24678DACF}" destId="{BF14628F-F3C4-4B5C-9811-8A53C50CEAB5}" srcOrd="0" destOrd="0" presId="urn:microsoft.com/office/officeart/2008/layout/LinedList"/>
    <dgm:cxn modelId="{16DA113C-05C8-4A47-A590-F1E707530D30}" srcId="{21C1BD93-2D5B-4A5D-AA5F-3B3C340148C9}" destId="{3186C8E7-3720-498E-B7D3-AE56B3259FA6}" srcOrd="9" destOrd="0" parTransId="{301ABA1B-E3BF-42E6-9940-863D8AD10A09}" sibTransId="{B29D8F99-B03E-4A89-98F6-4D498A4B69E4}"/>
    <dgm:cxn modelId="{861CF244-8A65-4F22-9019-6B1FE46A5142}" type="presOf" srcId="{21C1BD93-2D5B-4A5D-AA5F-3B3C340148C9}" destId="{2332389E-26E1-4FD1-BC17-EE5254624AE4}" srcOrd="0" destOrd="0" presId="urn:microsoft.com/office/officeart/2008/layout/LinedList"/>
    <dgm:cxn modelId="{12458045-EF37-4843-803F-EF2AEAB4B544}" type="presOf" srcId="{BEBEAE9E-3FBA-4B4B-93E9-F24BA6E517B6}" destId="{F733003D-DA84-4084-9323-D735EC460BF5}" srcOrd="0" destOrd="0" presId="urn:microsoft.com/office/officeart/2008/layout/LinedList"/>
    <dgm:cxn modelId="{79F72E66-53D4-4970-A81D-ECDE23C9C822}" type="presOf" srcId="{4F305E22-306C-4512-A5A5-A9D2D3494CE0}" destId="{A9ECDED7-5521-4E0B-8BF3-D719597053E7}" srcOrd="0" destOrd="0" presId="urn:microsoft.com/office/officeart/2008/layout/LinedList"/>
    <dgm:cxn modelId="{98C61547-7BDF-47AB-94D4-F70E4FEE5E37}" srcId="{21C1BD93-2D5B-4A5D-AA5F-3B3C340148C9}" destId="{75F2E800-2A99-4AD0-AC61-D2F901FCCBC7}" srcOrd="10" destOrd="0" parTransId="{C9D56443-9873-4502-96B5-740F9DF94FA5}" sibTransId="{5CED5AB3-2F53-4AF1-ADEE-9AC336126922}"/>
    <dgm:cxn modelId="{F9EF1469-7798-4E03-ADD5-F3A54DB1BBF5}" srcId="{21C1BD93-2D5B-4A5D-AA5F-3B3C340148C9}" destId="{C992477C-84E5-4F8F-8630-305F23583E7C}" srcOrd="12" destOrd="0" parTransId="{40961C2B-8352-4748-BF42-38FA0D071A05}" sibTransId="{A9B06F45-38C5-48AC-825E-A352E5D78AB6}"/>
    <dgm:cxn modelId="{1E164349-64B8-4A55-90C7-E26591F7DABA}" type="presOf" srcId="{9789E170-C43D-4C4B-9475-9848D9FD6DB0}" destId="{286CD457-B699-4036-A11A-7A316A21F8E5}" srcOrd="0" destOrd="0" presId="urn:microsoft.com/office/officeart/2008/layout/LinedList"/>
    <dgm:cxn modelId="{5A07AD49-B456-41A4-B233-40C601BC0552}" srcId="{21C1BD93-2D5B-4A5D-AA5F-3B3C340148C9}" destId="{875E3A73-8C39-470E-947C-1F586521DE63}" srcOrd="3" destOrd="0" parTransId="{35637928-FA10-423E-AD05-7EF93AE491CF}" sibTransId="{82B5DD10-448E-4C31-8153-9CFBEFAE980E}"/>
    <dgm:cxn modelId="{95BA2A4D-7C81-4158-A84D-9BF6EA3189CF}" type="presOf" srcId="{D5D69D09-4536-4F8D-8851-F6A6F36FA87C}" destId="{22AC64C8-24AD-4DD0-A88D-439D3E6C6F79}" srcOrd="0" destOrd="0" presId="urn:microsoft.com/office/officeart/2008/layout/LinedList"/>
    <dgm:cxn modelId="{ABB88084-38FF-4B0B-8DCE-244BBA75F98D}" type="presOf" srcId="{FE3FF352-8377-4A1E-8C30-CCBB63DE5A16}" destId="{B7054301-83B5-4B1A-AF5D-E7998448F7FB}" srcOrd="0" destOrd="0" presId="urn:microsoft.com/office/officeart/2008/layout/LinedList"/>
    <dgm:cxn modelId="{E1E4F88C-D2F9-4AD3-861C-4C6C1D20EA25}" srcId="{21C1BD93-2D5B-4A5D-AA5F-3B3C340148C9}" destId="{4F305E22-306C-4512-A5A5-A9D2D3494CE0}" srcOrd="6" destOrd="0" parTransId="{3C633108-AEC0-4928-819F-9CD67D9B39F7}" sibTransId="{8F4B7828-8AD5-4EF1-BF1E-F319F61DCE44}"/>
    <dgm:cxn modelId="{202D5194-B7F0-498C-91D9-C23255333FD0}" srcId="{21C1BD93-2D5B-4A5D-AA5F-3B3C340148C9}" destId="{BEBEAE9E-3FBA-4B4B-93E9-F24BA6E517B6}" srcOrd="13" destOrd="0" parTransId="{5306CB0E-7593-4AC2-AD17-839329FA9256}" sibTransId="{82E8BD1A-A096-4EF8-9DAA-C2208FE5B9DE}"/>
    <dgm:cxn modelId="{1C6BF0A7-2E43-4EDE-A096-231F7702BC30}" type="presOf" srcId="{C992477C-84E5-4F8F-8630-305F23583E7C}" destId="{24B45641-6F52-4734-A303-29992C05100F}" srcOrd="0" destOrd="0" presId="urn:microsoft.com/office/officeart/2008/layout/LinedList"/>
    <dgm:cxn modelId="{1B324EAB-2ABD-450D-8924-5B794171238A}" srcId="{21C1BD93-2D5B-4A5D-AA5F-3B3C340148C9}" destId="{E64004A2-7411-464F-A18C-76F24678DACF}" srcOrd="0" destOrd="0" parTransId="{759A4BB4-8870-426E-8D8A-63C1FACB149E}" sibTransId="{B49E3CA5-8159-4863-A2A7-2FCC32C85119}"/>
    <dgm:cxn modelId="{E73ED4B2-993A-4DAF-ADCD-4C09870DB9AC}" srcId="{21C1BD93-2D5B-4A5D-AA5F-3B3C340148C9}" destId="{7420906C-69A7-4790-AEE6-9E71A6758D8E}" srcOrd="2" destOrd="0" parTransId="{D8EE60F3-C09F-4174-8512-C44BA848C6B6}" sibTransId="{8B8D5B55-580A-477E-BCEF-AB10C5A0D6DB}"/>
    <dgm:cxn modelId="{35BC2FB4-9C8D-4B8A-9448-2376B7218B4A}" type="presOf" srcId="{75F2E800-2A99-4AD0-AC61-D2F901FCCBC7}" destId="{ADD5B13E-F569-4D26-BEAB-65EB00E272A8}" srcOrd="0" destOrd="0" presId="urn:microsoft.com/office/officeart/2008/layout/LinedList"/>
    <dgm:cxn modelId="{2BABE9BA-02ED-4A4B-9654-A36BE6F997F3}" type="presOf" srcId="{3186C8E7-3720-498E-B7D3-AE56B3259FA6}" destId="{3AFED8DE-C95D-42F1-8F90-0DA00E97D1FF}" srcOrd="0" destOrd="0" presId="urn:microsoft.com/office/officeart/2008/layout/LinedList"/>
    <dgm:cxn modelId="{CD3468C4-2879-4608-9863-E048B6F820AD}" srcId="{21C1BD93-2D5B-4A5D-AA5F-3B3C340148C9}" destId="{A06836E7-1CDB-49FF-9F58-05923C7EBA8F}" srcOrd="1" destOrd="0" parTransId="{2279BE4C-AE46-4AA9-ACA5-0C451296247D}" sibTransId="{ECB7DBA9-044F-40A2-A014-14366E2CC6EC}"/>
    <dgm:cxn modelId="{3210F0CC-A038-40FD-AF4F-6EDB0AC1BECD}" type="presOf" srcId="{E53EDDC4-C6CF-441A-8856-528DAB4C94C5}" destId="{07C60771-E20B-4F55-86BB-024C34AB4BC2}" srcOrd="0" destOrd="0" presId="urn:microsoft.com/office/officeart/2008/layout/LinedList"/>
    <dgm:cxn modelId="{612B65CF-E7A5-48C0-8CD7-67EB37DB4FCE}" type="presOf" srcId="{A06836E7-1CDB-49FF-9F58-05923C7EBA8F}" destId="{EDFD20D3-0637-4222-A7E5-6727C6FE0E4D}" srcOrd="0" destOrd="0" presId="urn:microsoft.com/office/officeart/2008/layout/LinedList"/>
    <dgm:cxn modelId="{4A5194DD-FC6A-401B-A2E6-B5EB7C123D4E}" srcId="{21C1BD93-2D5B-4A5D-AA5F-3B3C340148C9}" destId="{9789E170-C43D-4C4B-9475-9848D9FD6DB0}" srcOrd="11" destOrd="0" parTransId="{1166F9B0-32A8-48B2-87C9-E90FEECE039A}" sibTransId="{1EB3C033-D600-43D4-8BBB-BA46B977FC0B}"/>
    <dgm:cxn modelId="{230831DF-04C5-4CA2-A9BE-AB9BBB2E9AD5}" type="presOf" srcId="{7420906C-69A7-4790-AEE6-9E71A6758D8E}" destId="{64EE17FB-80DC-4365-9A32-FC53FEECB992}" srcOrd="0" destOrd="0" presId="urn:microsoft.com/office/officeart/2008/layout/LinedList"/>
    <dgm:cxn modelId="{729149E2-4653-4490-95DD-515E98904672}" type="presOf" srcId="{EC13B73C-B026-4370-8045-48DE20EA579C}" destId="{D0FF1AC0-1162-46A6-AA1C-6A3CE2964355}" srcOrd="0" destOrd="0" presId="urn:microsoft.com/office/officeart/2008/layout/LinedList"/>
    <dgm:cxn modelId="{E3DCE8E9-61AD-4498-8C22-4BA1AFA074FA}" srcId="{21C1BD93-2D5B-4A5D-AA5F-3B3C340148C9}" destId="{EC13B73C-B026-4370-8045-48DE20EA579C}" srcOrd="8" destOrd="0" parTransId="{11FB0443-EB6D-4618-ADCA-4C742A408F5C}" sibTransId="{8559774D-7C70-42DF-843B-385689E01486}"/>
    <dgm:cxn modelId="{FD2B4AF2-EC0B-4742-A010-0AF38D210905}" srcId="{21C1BD93-2D5B-4A5D-AA5F-3B3C340148C9}" destId="{D5D69D09-4536-4F8D-8851-F6A6F36FA87C}" srcOrd="4" destOrd="0" parTransId="{91CEC61C-0FFC-4134-BB4B-C4F71F9EB8C8}" sibTransId="{D045E355-8FA4-484E-BE81-C8C010B155C2}"/>
    <dgm:cxn modelId="{8E3C07FA-9E38-4F07-8B13-9935E31A0D4C}" srcId="{E53EDDC4-C6CF-441A-8856-528DAB4C94C5}" destId="{21C1BD93-2D5B-4A5D-AA5F-3B3C340148C9}" srcOrd="0" destOrd="0" parTransId="{D503DDED-20E7-4B1C-844A-C4DD5F275BB6}" sibTransId="{81515C05-4EB3-4D3B-A6B9-3594AF62AEFE}"/>
    <dgm:cxn modelId="{583EB0FB-FE3F-40D9-817B-7C011A21B2C3}" type="presOf" srcId="{53262563-22AA-4BF0-9181-7381DF322618}" destId="{7B204AB1-2845-4B5D-A574-9347D749F46A}" srcOrd="0" destOrd="0" presId="urn:microsoft.com/office/officeart/2008/layout/LinedList"/>
    <dgm:cxn modelId="{7329E716-A1C1-451E-A2F4-9AB3614B1AD4}" type="presParOf" srcId="{07C60771-E20B-4F55-86BB-024C34AB4BC2}" destId="{A04465C4-18FB-40E0-B28F-89ED44C851F0}" srcOrd="0" destOrd="0" presId="urn:microsoft.com/office/officeart/2008/layout/LinedList"/>
    <dgm:cxn modelId="{0519E0A1-46D9-4AC7-A43B-8CA5F3CADFB2}" type="presParOf" srcId="{07C60771-E20B-4F55-86BB-024C34AB4BC2}" destId="{7BFF883B-D6C5-4355-A39C-195FC497AC53}" srcOrd="1" destOrd="0" presId="urn:microsoft.com/office/officeart/2008/layout/LinedList"/>
    <dgm:cxn modelId="{7A70D2E6-AC1E-4974-B6AA-922CCB8B495D}" type="presParOf" srcId="{7BFF883B-D6C5-4355-A39C-195FC497AC53}" destId="{2332389E-26E1-4FD1-BC17-EE5254624AE4}" srcOrd="0" destOrd="0" presId="urn:microsoft.com/office/officeart/2008/layout/LinedList"/>
    <dgm:cxn modelId="{4ED5DB48-821D-4554-A33F-B5007BE9447D}" type="presParOf" srcId="{7BFF883B-D6C5-4355-A39C-195FC497AC53}" destId="{491F90D4-AFF0-47B2-BA18-9DD0AB05D60B}" srcOrd="1" destOrd="0" presId="urn:microsoft.com/office/officeart/2008/layout/LinedList"/>
    <dgm:cxn modelId="{84B722E9-7AAB-490A-B8C6-C80B88CF7599}" type="presParOf" srcId="{491F90D4-AFF0-47B2-BA18-9DD0AB05D60B}" destId="{A79C3005-AD68-40DA-B2BF-638DD3654171}" srcOrd="0" destOrd="0" presId="urn:microsoft.com/office/officeart/2008/layout/LinedList"/>
    <dgm:cxn modelId="{47D81AFF-50FE-484A-96F6-A4865AE8B451}" type="presParOf" srcId="{491F90D4-AFF0-47B2-BA18-9DD0AB05D60B}" destId="{054DE730-329B-48E9-98F4-AC0B08425BDC}" srcOrd="1" destOrd="0" presId="urn:microsoft.com/office/officeart/2008/layout/LinedList"/>
    <dgm:cxn modelId="{7211E7FB-11BE-40DC-A18B-895466E85886}" type="presParOf" srcId="{054DE730-329B-48E9-98F4-AC0B08425BDC}" destId="{6DEE92AC-4AD3-42A8-A2A6-776EF3CBE496}" srcOrd="0" destOrd="0" presId="urn:microsoft.com/office/officeart/2008/layout/LinedList"/>
    <dgm:cxn modelId="{4054D3E6-2BD7-42BA-8C80-C4017915EFBF}" type="presParOf" srcId="{054DE730-329B-48E9-98F4-AC0B08425BDC}" destId="{BF14628F-F3C4-4B5C-9811-8A53C50CEAB5}" srcOrd="1" destOrd="0" presId="urn:microsoft.com/office/officeart/2008/layout/LinedList"/>
    <dgm:cxn modelId="{3C441905-F1B1-421D-A9D3-0D6918F08A88}" type="presParOf" srcId="{054DE730-329B-48E9-98F4-AC0B08425BDC}" destId="{B2F3975B-7E6A-4D04-A754-F2CCD68EFD01}" srcOrd="2" destOrd="0" presId="urn:microsoft.com/office/officeart/2008/layout/LinedList"/>
    <dgm:cxn modelId="{DEDFB838-A5FE-4553-9791-DD2D338DBE08}" type="presParOf" srcId="{491F90D4-AFF0-47B2-BA18-9DD0AB05D60B}" destId="{64C57B58-D45B-4F55-85B3-A59489BEB70B}" srcOrd="2" destOrd="0" presId="urn:microsoft.com/office/officeart/2008/layout/LinedList"/>
    <dgm:cxn modelId="{75140D54-3E7D-41C5-BF9D-F96803BC0275}" type="presParOf" srcId="{491F90D4-AFF0-47B2-BA18-9DD0AB05D60B}" destId="{9EE0BD51-8491-41A2-A84C-4B19950FAD91}" srcOrd="3" destOrd="0" presId="urn:microsoft.com/office/officeart/2008/layout/LinedList"/>
    <dgm:cxn modelId="{4CC1E466-2262-4D40-B77A-3ECA9D51DA54}" type="presParOf" srcId="{491F90D4-AFF0-47B2-BA18-9DD0AB05D60B}" destId="{9F8F8D0F-719B-4FA3-BAAC-5C75806C9453}" srcOrd="4" destOrd="0" presId="urn:microsoft.com/office/officeart/2008/layout/LinedList"/>
    <dgm:cxn modelId="{9E130453-EA94-4F66-A195-F573A1A7DF4D}" type="presParOf" srcId="{9F8F8D0F-719B-4FA3-BAAC-5C75806C9453}" destId="{1A969A82-9280-475D-88E7-C58B42F49F2E}" srcOrd="0" destOrd="0" presId="urn:microsoft.com/office/officeart/2008/layout/LinedList"/>
    <dgm:cxn modelId="{1BE52832-99D1-48BB-9F4B-733E2AD6C7F5}" type="presParOf" srcId="{9F8F8D0F-719B-4FA3-BAAC-5C75806C9453}" destId="{EDFD20D3-0637-4222-A7E5-6727C6FE0E4D}" srcOrd="1" destOrd="0" presId="urn:microsoft.com/office/officeart/2008/layout/LinedList"/>
    <dgm:cxn modelId="{68F297D0-370D-4B13-A50E-99E7C06EE6E9}" type="presParOf" srcId="{9F8F8D0F-719B-4FA3-BAAC-5C75806C9453}" destId="{10A3F812-6F6E-45F3-B83D-37345040FFEA}" srcOrd="2" destOrd="0" presId="urn:microsoft.com/office/officeart/2008/layout/LinedList"/>
    <dgm:cxn modelId="{5B1F17CD-0511-4676-858F-97517B520E1D}" type="presParOf" srcId="{491F90D4-AFF0-47B2-BA18-9DD0AB05D60B}" destId="{FBB45308-4008-4CD9-998A-40658474DACA}" srcOrd="5" destOrd="0" presId="urn:microsoft.com/office/officeart/2008/layout/LinedList"/>
    <dgm:cxn modelId="{250E0243-7236-49E1-83D6-A12C63CDDEB7}" type="presParOf" srcId="{491F90D4-AFF0-47B2-BA18-9DD0AB05D60B}" destId="{DEEB2840-923A-46AD-8AEC-F2F1BBCFBCF8}" srcOrd="6" destOrd="0" presId="urn:microsoft.com/office/officeart/2008/layout/LinedList"/>
    <dgm:cxn modelId="{656B4096-D5FD-4A05-A01A-8BD0043DC33E}" type="presParOf" srcId="{491F90D4-AFF0-47B2-BA18-9DD0AB05D60B}" destId="{348F0D54-3308-48EE-852B-1728AC21B529}" srcOrd="7" destOrd="0" presId="urn:microsoft.com/office/officeart/2008/layout/LinedList"/>
    <dgm:cxn modelId="{30CFF368-51B5-4DAE-9409-8156AD56ED7C}" type="presParOf" srcId="{348F0D54-3308-48EE-852B-1728AC21B529}" destId="{B503BF37-393D-4253-9875-A74EADE1CE69}" srcOrd="0" destOrd="0" presId="urn:microsoft.com/office/officeart/2008/layout/LinedList"/>
    <dgm:cxn modelId="{104EEC97-A2A2-4DE3-A1F3-06528042C84C}" type="presParOf" srcId="{348F0D54-3308-48EE-852B-1728AC21B529}" destId="{64EE17FB-80DC-4365-9A32-FC53FEECB992}" srcOrd="1" destOrd="0" presId="urn:microsoft.com/office/officeart/2008/layout/LinedList"/>
    <dgm:cxn modelId="{3F99CC27-B467-4F91-ADAC-65E141F41E78}" type="presParOf" srcId="{348F0D54-3308-48EE-852B-1728AC21B529}" destId="{659FEADF-C6AC-4854-BF34-E4560C245AF1}" srcOrd="2" destOrd="0" presId="urn:microsoft.com/office/officeart/2008/layout/LinedList"/>
    <dgm:cxn modelId="{A9DD8942-E56A-4E0E-B283-8260EB9D4C63}" type="presParOf" srcId="{491F90D4-AFF0-47B2-BA18-9DD0AB05D60B}" destId="{67ACBFDA-095A-48F2-A550-0BFCC7BAD85B}" srcOrd="8" destOrd="0" presId="urn:microsoft.com/office/officeart/2008/layout/LinedList"/>
    <dgm:cxn modelId="{EA896FFF-65EE-4DD4-8A53-996439BFAF6B}" type="presParOf" srcId="{491F90D4-AFF0-47B2-BA18-9DD0AB05D60B}" destId="{7F270FCE-6DDE-4E76-83AE-76CB2944AA8F}" srcOrd="9" destOrd="0" presId="urn:microsoft.com/office/officeart/2008/layout/LinedList"/>
    <dgm:cxn modelId="{2602E8A1-1897-47E0-A5F5-AF97D78D7D21}" type="presParOf" srcId="{491F90D4-AFF0-47B2-BA18-9DD0AB05D60B}" destId="{7F9C1B74-4A8F-4C45-82E4-D3480A4DDD5E}" srcOrd="10" destOrd="0" presId="urn:microsoft.com/office/officeart/2008/layout/LinedList"/>
    <dgm:cxn modelId="{7A87DC53-EDEF-4AB1-9E4B-58E217288D3A}" type="presParOf" srcId="{7F9C1B74-4A8F-4C45-82E4-D3480A4DDD5E}" destId="{D2EBD337-AFA7-462D-9967-DE14EE03C124}" srcOrd="0" destOrd="0" presId="urn:microsoft.com/office/officeart/2008/layout/LinedList"/>
    <dgm:cxn modelId="{75660F90-2D59-4BC2-90CF-FEAFBA512406}" type="presParOf" srcId="{7F9C1B74-4A8F-4C45-82E4-D3480A4DDD5E}" destId="{0AAE8161-B36A-496E-9AC9-51B20D032A9E}" srcOrd="1" destOrd="0" presId="urn:microsoft.com/office/officeart/2008/layout/LinedList"/>
    <dgm:cxn modelId="{77235CC9-06C6-4813-95F3-0F299D08EAAC}" type="presParOf" srcId="{7F9C1B74-4A8F-4C45-82E4-D3480A4DDD5E}" destId="{B0915132-37F5-4070-A073-DA3D1F7D1FA5}" srcOrd="2" destOrd="0" presId="urn:microsoft.com/office/officeart/2008/layout/LinedList"/>
    <dgm:cxn modelId="{6EB1FBDB-1E0D-4C5E-AC16-0AC1D89FD9FD}" type="presParOf" srcId="{491F90D4-AFF0-47B2-BA18-9DD0AB05D60B}" destId="{0AD08757-B814-4DBA-8288-3D43C3A32F5C}" srcOrd="11" destOrd="0" presId="urn:microsoft.com/office/officeart/2008/layout/LinedList"/>
    <dgm:cxn modelId="{BE614119-3680-4607-9B55-6B72DCA35099}" type="presParOf" srcId="{491F90D4-AFF0-47B2-BA18-9DD0AB05D60B}" destId="{BF062986-7112-49E6-A86E-3CCD1ADC0595}" srcOrd="12" destOrd="0" presId="urn:microsoft.com/office/officeart/2008/layout/LinedList"/>
    <dgm:cxn modelId="{529832C2-D903-45A0-8642-0625B0BECE83}" type="presParOf" srcId="{491F90D4-AFF0-47B2-BA18-9DD0AB05D60B}" destId="{69EACA63-6127-4AD5-A19C-8459C9F983BF}" srcOrd="13" destOrd="0" presId="urn:microsoft.com/office/officeart/2008/layout/LinedList"/>
    <dgm:cxn modelId="{0BBC24ED-50CC-43A7-A050-D5008E82CA86}" type="presParOf" srcId="{69EACA63-6127-4AD5-A19C-8459C9F983BF}" destId="{B57D0F04-DEC3-4933-A6E0-1BBD2A649F94}" srcOrd="0" destOrd="0" presId="urn:microsoft.com/office/officeart/2008/layout/LinedList"/>
    <dgm:cxn modelId="{E09A4A1C-CE4D-4F1D-8AF9-7303D04CD2F0}" type="presParOf" srcId="{69EACA63-6127-4AD5-A19C-8459C9F983BF}" destId="{22AC64C8-24AD-4DD0-A88D-439D3E6C6F79}" srcOrd="1" destOrd="0" presId="urn:microsoft.com/office/officeart/2008/layout/LinedList"/>
    <dgm:cxn modelId="{868F157D-DAF0-4C57-97FE-7420B18692BE}" type="presParOf" srcId="{69EACA63-6127-4AD5-A19C-8459C9F983BF}" destId="{B89B320B-2380-4A6B-88DC-EF135FBBB82D}" srcOrd="2" destOrd="0" presId="urn:microsoft.com/office/officeart/2008/layout/LinedList"/>
    <dgm:cxn modelId="{91FBD998-8677-4E4E-B8D8-C3A2EA94582F}" type="presParOf" srcId="{491F90D4-AFF0-47B2-BA18-9DD0AB05D60B}" destId="{5043259B-9355-4CB5-8DE1-548F60571D3B}" srcOrd="14" destOrd="0" presId="urn:microsoft.com/office/officeart/2008/layout/LinedList"/>
    <dgm:cxn modelId="{FDCEBC19-EC90-448A-A60A-2483648A7AEF}" type="presParOf" srcId="{491F90D4-AFF0-47B2-BA18-9DD0AB05D60B}" destId="{1D28D647-E64E-40E1-B9DB-D047DF789D32}" srcOrd="15" destOrd="0" presId="urn:microsoft.com/office/officeart/2008/layout/LinedList"/>
    <dgm:cxn modelId="{DCA2AC42-1774-4E73-A0B4-BBAB30A4D459}" type="presParOf" srcId="{491F90D4-AFF0-47B2-BA18-9DD0AB05D60B}" destId="{C36D1545-39B4-46E2-9F02-19CC6B5F971F}" srcOrd="16" destOrd="0" presId="urn:microsoft.com/office/officeart/2008/layout/LinedList"/>
    <dgm:cxn modelId="{E8D6F7C6-35B3-46E4-B6F5-B18CEBF8CB98}" type="presParOf" srcId="{C36D1545-39B4-46E2-9F02-19CC6B5F971F}" destId="{127B6CED-F731-4F07-82B0-1EA1F003AFC0}" srcOrd="0" destOrd="0" presId="urn:microsoft.com/office/officeart/2008/layout/LinedList"/>
    <dgm:cxn modelId="{9516C314-6377-4B56-B9F3-E246BEF2B773}" type="presParOf" srcId="{C36D1545-39B4-46E2-9F02-19CC6B5F971F}" destId="{7B204AB1-2845-4B5D-A574-9347D749F46A}" srcOrd="1" destOrd="0" presId="urn:microsoft.com/office/officeart/2008/layout/LinedList"/>
    <dgm:cxn modelId="{D9A13F4F-2AFF-4646-B205-B51CD9FAC0C8}" type="presParOf" srcId="{C36D1545-39B4-46E2-9F02-19CC6B5F971F}" destId="{3694FF1D-09AC-4729-80AC-7B7603B70CFF}" srcOrd="2" destOrd="0" presId="urn:microsoft.com/office/officeart/2008/layout/LinedList"/>
    <dgm:cxn modelId="{D858B28C-977F-4DBD-A41E-832178BFF129}" type="presParOf" srcId="{491F90D4-AFF0-47B2-BA18-9DD0AB05D60B}" destId="{52D4FA80-42E8-4447-9673-9EDAB691630A}" srcOrd="17" destOrd="0" presId="urn:microsoft.com/office/officeart/2008/layout/LinedList"/>
    <dgm:cxn modelId="{81E00679-945D-4B59-B6C8-6AF5F0108200}" type="presParOf" srcId="{491F90D4-AFF0-47B2-BA18-9DD0AB05D60B}" destId="{DFB2288C-8963-4B29-BAED-64B4CA3E651E}" srcOrd="18" destOrd="0" presId="urn:microsoft.com/office/officeart/2008/layout/LinedList"/>
    <dgm:cxn modelId="{B82882E0-15BD-4C31-AF5C-7C60E0F40862}" type="presParOf" srcId="{491F90D4-AFF0-47B2-BA18-9DD0AB05D60B}" destId="{E888BFA9-04D0-45ED-9DE3-F112DAA9D2CB}" srcOrd="19" destOrd="0" presId="urn:microsoft.com/office/officeart/2008/layout/LinedList"/>
    <dgm:cxn modelId="{AEF6801B-CAC6-43C7-988A-37220BBD493F}" type="presParOf" srcId="{E888BFA9-04D0-45ED-9DE3-F112DAA9D2CB}" destId="{14429B4F-F946-464B-BCD0-E2D4DA6F4148}" srcOrd="0" destOrd="0" presId="urn:microsoft.com/office/officeart/2008/layout/LinedList"/>
    <dgm:cxn modelId="{03097832-CB2C-4447-AB9D-0EBD99ADDC1F}" type="presParOf" srcId="{E888BFA9-04D0-45ED-9DE3-F112DAA9D2CB}" destId="{A9ECDED7-5521-4E0B-8BF3-D719597053E7}" srcOrd="1" destOrd="0" presId="urn:microsoft.com/office/officeart/2008/layout/LinedList"/>
    <dgm:cxn modelId="{9961B305-55D8-4F02-BC3E-AE5ED0AB9E26}" type="presParOf" srcId="{E888BFA9-04D0-45ED-9DE3-F112DAA9D2CB}" destId="{C7FD64F4-31B7-46E3-8F82-088B9F3DE484}" srcOrd="2" destOrd="0" presId="urn:microsoft.com/office/officeart/2008/layout/LinedList"/>
    <dgm:cxn modelId="{63713E83-5E7E-4C53-9F97-B015EE04FE26}" type="presParOf" srcId="{491F90D4-AFF0-47B2-BA18-9DD0AB05D60B}" destId="{6EB75B8E-9088-4D89-9A8F-7B9653FD3AA0}" srcOrd="20" destOrd="0" presId="urn:microsoft.com/office/officeart/2008/layout/LinedList"/>
    <dgm:cxn modelId="{5371D5CC-5164-41B1-B92F-BF25EC2EBBEB}" type="presParOf" srcId="{491F90D4-AFF0-47B2-BA18-9DD0AB05D60B}" destId="{069895D7-8BE6-4C23-895E-EC3032D64D8A}" srcOrd="21" destOrd="0" presId="urn:microsoft.com/office/officeart/2008/layout/LinedList"/>
    <dgm:cxn modelId="{C1C7E81E-01E1-4F8C-BD9A-A674999ECDE8}" type="presParOf" srcId="{491F90D4-AFF0-47B2-BA18-9DD0AB05D60B}" destId="{4AA6EC86-730F-45E5-949B-469C1C6CF5EF}" srcOrd="22" destOrd="0" presId="urn:microsoft.com/office/officeart/2008/layout/LinedList"/>
    <dgm:cxn modelId="{6B5E1921-DDFD-4009-B8A1-49719D33D31B}" type="presParOf" srcId="{4AA6EC86-730F-45E5-949B-469C1C6CF5EF}" destId="{76633676-F3D8-4963-8554-DD549445E349}" srcOrd="0" destOrd="0" presId="urn:microsoft.com/office/officeart/2008/layout/LinedList"/>
    <dgm:cxn modelId="{955B627E-F426-4084-B249-48B3A6A4A4FE}" type="presParOf" srcId="{4AA6EC86-730F-45E5-949B-469C1C6CF5EF}" destId="{B7054301-83B5-4B1A-AF5D-E7998448F7FB}" srcOrd="1" destOrd="0" presId="urn:microsoft.com/office/officeart/2008/layout/LinedList"/>
    <dgm:cxn modelId="{EA085B13-9E28-47D0-87AE-9CE53F7DB237}" type="presParOf" srcId="{4AA6EC86-730F-45E5-949B-469C1C6CF5EF}" destId="{AB9C6D43-C1B4-4CD8-989A-1DA96C08A567}" srcOrd="2" destOrd="0" presId="urn:microsoft.com/office/officeart/2008/layout/LinedList"/>
    <dgm:cxn modelId="{F8D93467-0BBF-4158-AF2C-C35ED0A81558}" type="presParOf" srcId="{491F90D4-AFF0-47B2-BA18-9DD0AB05D60B}" destId="{100417DD-30BD-4B81-AFCE-EFDB5D2AE27A}" srcOrd="23" destOrd="0" presId="urn:microsoft.com/office/officeart/2008/layout/LinedList"/>
    <dgm:cxn modelId="{B2D4E5BC-57C2-44AA-A3D0-3DAE24142162}" type="presParOf" srcId="{491F90D4-AFF0-47B2-BA18-9DD0AB05D60B}" destId="{7D6DCD7D-A8FA-4502-8C53-7C620E173566}" srcOrd="24" destOrd="0" presId="urn:microsoft.com/office/officeart/2008/layout/LinedList"/>
    <dgm:cxn modelId="{6A7555D7-92CD-4BF6-80CB-EAB6DD5E9AE3}" type="presParOf" srcId="{491F90D4-AFF0-47B2-BA18-9DD0AB05D60B}" destId="{B2E3E02C-2C38-4B6F-AC52-AE18738AC01A}" srcOrd="25" destOrd="0" presId="urn:microsoft.com/office/officeart/2008/layout/LinedList"/>
    <dgm:cxn modelId="{91EF5FFF-8227-470D-8F53-65A8BC138165}" type="presParOf" srcId="{B2E3E02C-2C38-4B6F-AC52-AE18738AC01A}" destId="{6E99EC3B-A308-40D5-B0F6-FE212FB29889}" srcOrd="0" destOrd="0" presId="urn:microsoft.com/office/officeart/2008/layout/LinedList"/>
    <dgm:cxn modelId="{B2A8252F-C96D-40F8-919A-868D0E2E786F}" type="presParOf" srcId="{B2E3E02C-2C38-4B6F-AC52-AE18738AC01A}" destId="{D0FF1AC0-1162-46A6-AA1C-6A3CE2964355}" srcOrd="1" destOrd="0" presId="urn:microsoft.com/office/officeart/2008/layout/LinedList"/>
    <dgm:cxn modelId="{741EF298-38FE-485A-98CD-27B1CFECF22E}" type="presParOf" srcId="{B2E3E02C-2C38-4B6F-AC52-AE18738AC01A}" destId="{38B8A176-48DE-4D5B-AFA9-A47ACBAFAB40}" srcOrd="2" destOrd="0" presId="urn:microsoft.com/office/officeart/2008/layout/LinedList"/>
    <dgm:cxn modelId="{6D408543-2758-4A7A-B6F3-357E69B26FB7}" type="presParOf" srcId="{491F90D4-AFF0-47B2-BA18-9DD0AB05D60B}" destId="{9D2ECC15-7A75-43F9-8A41-A1B3BBDA98F4}" srcOrd="26" destOrd="0" presId="urn:microsoft.com/office/officeart/2008/layout/LinedList"/>
    <dgm:cxn modelId="{80B80FE4-ED9C-4F11-9B07-69DD5F04CCD5}" type="presParOf" srcId="{491F90D4-AFF0-47B2-BA18-9DD0AB05D60B}" destId="{809C4AF6-78D8-439F-A08C-1840525357D2}" srcOrd="27" destOrd="0" presId="urn:microsoft.com/office/officeart/2008/layout/LinedList"/>
    <dgm:cxn modelId="{4355A5E0-EE45-404C-8DF8-BC36BB8A16F3}" type="presParOf" srcId="{491F90D4-AFF0-47B2-BA18-9DD0AB05D60B}" destId="{DB963403-1F4D-463D-A403-B34B443FE31C}" srcOrd="28" destOrd="0" presId="urn:microsoft.com/office/officeart/2008/layout/LinedList"/>
    <dgm:cxn modelId="{66CB3BF5-B809-476F-9925-8833C212F33D}" type="presParOf" srcId="{DB963403-1F4D-463D-A403-B34B443FE31C}" destId="{EA80AA9C-AEA8-4955-B28A-9F39E426D755}" srcOrd="0" destOrd="0" presId="urn:microsoft.com/office/officeart/2008/layout/LinedList"/>
    <dgm:cxn modelId="{1D1D9B96-B088-4F22-AA0B-28A936469B6B}" type="presParOf" srcId="{DB963403-1F4D-463D-A403-B34B443FE31C}" destId="{3AFED8DE-C95D-42F1-8F90-0DA00E97D1FF}" srcOrd="1" destOrd="0" presId="urn:microsoft.com/office/officeart/2008/layout/LinedList"/>
    <dgm:cxn modelId="{A9ABE55A-B359-40B5-8DE6-C740BEBBCE09}" type="presParOf" srcId="{DB963403-1F4D-463D-A403-B34B443FE31C}" destId="{34D07811-A4E9-4FF9-96C1-1DF2F3AF4376}" srcOrd="2" destOrd="0" presId="urn:microsoft.com/office/officeart/2008/layout/LinedList"/>
    <dgm:cxn modelId="{72D1AD19-B4B0-4D24-8BB5-C607D9EBA774}" type="presParOf" srcId="{491F90D4-AFF0-47B2-BA18-9DD0AB05D60B}" destId="{F9E2361C-D0FD-4CC4-BB1E-028721CCDC86}" srcOrd="29" destOrd="0" presId="urn:microsoft.com/office/officeart/2008/layout/LinedList"/>
    <dgm:cxn modelId="{E95111AA-11B6-4884-BEF2-ECF180EC631B}" type="presParOf" srcId="{491F90D4-AFF0-47B2-BA18-9DD0AB05D60B}" destId="{02E28912-D40E-4F4F-A1D6-F3D7984B7F31}" srcOrd="30" destOrd="0" presId="urn:microsoft.com/office/officeart/2008/layout/LinedList"/>
    <dgm:cxn modelId="{44A60C66-11A8-4B0B-ADA2-6675F9EF2EEB}" type="presParOf" srcId="{491F90D4-AFF0-47B2-BA18-9DD0AB05D60B}" destId="{6ADDF687-A206-4DCB-810F-8F037B7089C1}" srcOrd="31" destOrd="0" presId="urn:microsoft.com/office/officeart/2008/layout/LinedList"/>
    <dgm:cxn modelId="{A4BE2A42-EF50-448D-A9E5-8075F85270A9}" type="presParOf" srcId="{6ADDF687-A206-4DCB-810F-8F037B7089C1}" destId="{177B4046-3E0C-4902-8F9B-90F494D40A86}" srcOrd="0" destOrd="0" presId="urn:microsoft.com/office/officeart/2008/layout/LinedList"/>
    <dgm:cxn modelId="{40589444-3927-44E8-B471-6C0D413BF9D3}" type="presParOf" srcId="{6ADDF687-A206-4DCB-810F-8F037B7089C1}" destId="{ADD5B13E-F569-4D26-BEAB-65EB00E272A8}" srcOrd="1" destOrd="0" presId="urn:microsoft.com/office/officeart/2008/layout/LinedList"/>
    <dgm:cxn modelId="{E9413F34-B5F3-4EFB-8429-AE1F76DB8A88}" type="presParOf" srcId="{6ADDF687-A206-4DCB-810F-8F037B7089C1}" destId="{23AB6A03-054B-4E8B-A861-D7796571FE31}" srcOrd="2" destOrd="0" presId="urn:microsoft.com/office/officeart/2008/layout/LinedList"/>
    <dgm:cxn modelId="{7C95B7C2-33C5-4408-8A84-1F7FF614FDED}" type="presParOf" srcId="{491F90D4-AFF0-47B2-BA18-9DD0AB05D60B}" destId="{902D34B0-FD59-4DFF-AFF1-173331A182B4}" srcOrd="32" destOrd="0" presId="urn:microsoft.com/office/officeart/2008/layout/LinedList"/>
    <dgm:cxn modelId="{C7532F38-15DC-4E5D-825E-2B245037D28B}" type="presParOf" srcId="{491F90D4-AFF0-47B2-BA18-9DD0AB05D60B}" destId="{BE474F6A-CE8A-4A8D-ACE4-AC4D9D918C6C}" srcOrd="33" destOrd="0" presId="urn:microsoft.com/office/officeart/2008/layout/LinedList"/>
    <dgm:cxn modelId="{B42888E3-7B56-4712-BB10-DE62017EF86D}" type="presParOf" srcId="{491F90D4-AFF0-47B2-BA18-9DD0AB05D60B}" destId="{5D4175DD-E719-4D08-83C5-8DED66C95992}" srcOrd="34" destOrd="0" presId="urn:microsoft.com/office/officeart/2008/layout/LinedList"/>
    <dgm:cxn modelId="{2845E31D-55BC-48A0-A5E6-77F580852059}" type="presParOf" srcId="{5D4175DD-E719-4D08-83C5-8DED66C95992}" destId="{D2594A71-B7D5-46B8-9C0B-A26E8EEFB684}" srcOrd="0" destOrd="0" presId="urn:microsoft.com/office/officeart/2008/layout/LinedList"/>
    <dgm:cxn modelId="{012EBE7A-88ED-4BEF-A82B-AC51FB896C47}" type="presParOf" srcId="{5D4175DD-E719-4D08-83C5-8DED66C95992}" destId="{286CD457-B699-4036-A11A-7A316A21F8E5}" srcOrd="1" destOrd="0" presId="urn:microsoft.com/office/officeart/2008/layout/LinedList"/>
    <dgm:cxn modelId="{4E055BE5-F036-4EA5-BD26-71F3DADB37D4}" type="presParOf" srcId="{5D4175DD-E719-4D08-83C5-8DED66C95992}" destId="{5AD9CD67-D4D9-4862-92F9-9DC4F0BC34AF}" srcOrd="2" destOrd="0" presId="urn:microsoft.com/office/officeart/2008/layout/LinedList"/>
    <dgm:cxn modelId="{9CFF1E85-77AE-4F6B-A80D-9933280E7667}" type="presParOf" srcId="{491F90D4-AFF0-47B2-BA18-9DD0AB05D60B}" destId="{7237E8CB-D770-435E-A338-A2A954FC7BAF}" srcOrd="35" destOrd="0" presId="urn:microsoft.com/office/officeart/2008/layout/LinedList"/>
    <dgm:cxn modelId="{8C15B3D7-30EC-4B8C-91B6-78F14CB2CB33}" type="presParOf" srcId="{491F90D4-AFF0-47B2-BA18-9DD0AB05D60B}" destId="{53136D9A-3A97-4FD9-8484-503C80F61405}" srcOrd="36" destOrd="0" presId="urn:microsoft.com/office/officeart/2008/layout/LinedList"/>
    <dgm:cxn modelId="{7CFF634A-51B1-498F-9477-4A86EBE78729}" type="presParOf" srcId="{491F90D4-AFF0-47B2-BA18-9DD0AB05D60B}" destId="{24A4DBAA-C917-4AA8-B877-090D5ADE7607}" srcOrd="37" destOrd="0" presId="urn:microsoft.com/office/officeart/2008/layout/LinedList"/>
    <dgm:cxn modelId="{AEF7084B-8308-4E84-83AD-F3EEB126C25A}" type="presParOf" srcId="{24A4DBAA-C917-4AA8-B877-090D5ADE7607}" destId="{E20CF7B5-4EF8-46A9-9A24-5F5764ED1843}" srcOrd="0" destOrd="0" presId="urn:microsoft.com/office/officeart/2008/layout/LinedList"/>
    <dgm:cxn modelId="{2C7811AC-0577-4952-9EDB-F5271895327C}" type="presParOf" srcId="{24A4DBAA-C917-4AA8-B877-090D5ADE7607}" destId="{24B45641-6F52-4734-A303-29992C05100F}" srcOrd="1" destOrd="0" presId="urn:microsoft.com/office/officeart/2008/layout/LinedList"/>
    <dgm:cxn modelId="{FE0F575F-7FE3-437A-9F32-9965A434526F}" type="presParOf" srcId="{24A4DBAA-C917-4AA8-B877-090D5ADE7607}" destId="{ECE226F5-0428-4E3F-8B5E-3F62D769E26B}" srcOrd="2" destOrd="0" presId="urn:microsoft.com/office/officeart/2008/layout/LinedList"/>
    <dgm:cxn modelId="{56FC920D-3DE2-4E06-B0F7-610E84415733}" type="presParOf" srcId="{491F90D4-AFF0-47B2-BA18-9DD0AB05D60B}" destId="{532E47B9-3FD7-4203-B08D-4AA0A1E40032}" srcOrd="38" destOrd="0" presId="urn:microsoft.com/office/officeart/2008/layout/LinedList"/>
    <dgm:cxn modelId="{EBC83F3C-11CA-45C4-A982-B32CCD8924F4}" type="presParOf" srcId="{491F90D4-AFF0-47B2-BA18-9DD0AB05D60B}" destId="{EE0A6EBE-D402-45AE-95E7-8E7CA33B6A72}" srcOrd="39" destOrd="0" presId="urn:microsoft.com/office/officeart/2008/layout/LinedList"/>
    <dgm:cxn modelId="{20CBDA89-7E45-476B-A7C1-D2DB0C0CF2DE}" type="presParOf" srcId="{491F90D4-AFF0-47B2-BA18-9DD0AB05D60B}" destId="{EF786FF9-A155-4018-BDFE-35D350161B9B}" srcOrd="40" destOrd="0" presId="urn:microsoft.com/office/officeart/2008/layout/LinedList"/>
    <dgm:cxn modelId="{D17DED8F-48DE-4E64-B63D-B0A6AAADBA20}" type="presParOf" srcId="{EF786FF9-A155-4018-BDFE-35D350161B9B}" destId="{B3264315-702D-45BA-8A5C-C2FE08E71454}" srcOrd="0" destOrd="0" presId="urn:microsoft.com/office/officeart/2008/layout/LinedList"/>
    <dgm:cxn modelId="{DF137CA8-39AE-4FC7-97E5-25AF7C774D08}" type="presParOf" srcId="{EF786FF9-A155-4018-BDFE-35D350161B9B}" destId="{F733003D-DA84-4084-9323-D735EC460BF5}" srcOrd="1" destOrd="0" presId="urn:microsoft.com/office/officeart/2008/layout/LinedList"/>
    <dgm:cxn modelId="{3F118A28-6346-4603-8113-0ABD655DB7F2}" type="presParOf" srcId="{EF786FF9-A155-4018-BDFE-35D350161B9B}" destId="{3DD9552D-CE96-4693-9FA8-275CBD962DBF}" srcOrd="2" destOrd="0" presId="urn:microsoft.com/office/officeart/2008/layout/LinedList"/>
    <dgm:cxn modelId="{11B10170-96EF-4E91-80AB-D86D824C0AB3}" type="presParOf" srcId="{491F90D4-AFF0-47B2-BA18-9DD0AB05D60B}" destId="{2F59D2D6-F2F7-46A5-B27B-9D507823CD7E}" srcOrd="41" destOrd="0" presId="urn:microsoft.com/office/officeart/2008/layout/LinedList"/>
    <dgm:cxn modelId="{C913F3B6-B51C-469C-89A2-DACE01E3EF60}" type="presParOf" srcId="{491F90D4-AFF0-47B2-BA18-9DD0AB05D60B}" destId="{CB8EEAE2-5F87-436A-8DC5-247AF883F58A}" srcOrd="4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5283C57-82C1-4385-9954-8589386EFEFF}" type="doc">
      <dgm:prSet loTypeId="urn:microsoft.com/office/officeart/2005/8/layout/list1" loCatId="list" qsTypeId="urn:microsoft.com/office/officeart/2005/8/quickstyle/simple3" qsCatId="simple" csTypeId="urn:microsoft.com/office/officeart/2005/8/colors/colorful4" csCatId="colorful" phldr="1"/>
      <dgm:spPr/>
      <dgm:t>
        <a:bodyPr/>
        <a:lstStyle/>
        <a:p>
          <a:endParaRPr lang="en-IN"/>
        </a:p>
      </dgm:t>
    </dgm:pt>
    <dgm:pt modelId="{14E373DC-CCD7-4F35-879A-D95478E9321A}">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csv library</a:t>
          </a:r>
          <a:r>
            <a:rPr lang="en-IN" dirty="0">
              <a:latin typeface="Times New Roman" panose="02020603050405020304" pitchFamily="18" charset="0"/>
              <a:cs typeface="Times New Roman" panose="02020603050405020304" pitchFamily="18" charset="0"/>
            </a:rPr>
            <a:t> — writes each transaction as a clean, structured row so the data can be read by Excel or Python itself.</a:t>
          </a:r>
          <a:endParaRPr lang="en-IN" dirty="0"/>
        </a:p>
      </dgm:t>
    </dgm:pt>
    <dgm:pt modelId="{FD39D45C-600B-433D-89B6-7463ADFF87A2}" type="parTrans" cxnId="{1A4C82C4-4D68-4CE7-BF80-8E401C5F6F6D}">
      <dgm:prSet/>
      <dgm:spPr/>
      <dgm:t>
        <a:bodyPr/>
        <a:lstStyle/>
        <a:p>
          <a:endParaRPr lang="en-IN"/>
        </a:p>
      </dgm:t>
    </dgm:pt>
    <dgm:pt modelId="{FAEFE810-DC94-40E9-B851-A1F7E74F0614}" type="sibTrans" cxnId="{1A4C82C4-4D68-4CE7-BF80-8E401C5F6F6D}">
      <dgm:prSet/>
      <dgm:spPr/>
      <dgm:t>
        <a:bodyPr/>
        <a:lstStyle/>
        <a:p>
          <a:endParaRPr lang="en-IN"/>
        </a:p>
      </dgm:t>
    </dgm:pt>
    <dgm:pt modelId="{01F1D9CD-13A5-4893-A0DB-01A82C224F1E}">
      <dgm:prSet phldrT="[Text]"/>
      <dgm:spPr/>
      <dgm:t>
        <a:bodyPr/>
        <a:lstStyle/>
        <a:p>
          <a:pPr>
            <a:buFont typeface="+mj-lt"/>
            <a:buAutoNum type="arabicPeriod"/>
          </a:pPr>
          <a:r>
            <a:rPr lang="en-IN" b="1" dirty="0" err="1">
              <a:latin typeface="Times New Roman" panose="02020603050405020304" pitchFamily="18" charset="0"/>
              <a:cs typeface="Times New Roman" panose="02020603050405020304" pitchFamily="18" charset="0"/>
            </a:rPr>
            <a:t>os</a:t>
          </a:r>
          <a:r>
            <a:rPr lang="en-IN" b="1" dirty="0">
              <a:latin typeface="Times New Roman" panose="02020603050405020304" pitchFamily="18" charset="0"/>
              <a:cs typeface="Times New Roman" panose="02020603050405020304" pitchFamily="18" charset="0"/>
            </a:rPr>
            <a:t> library</a:t>
          </a:r>
          <a:r>
            <a:rPr lang="en-IN" dirty="0">
              <a:latin typeface="Times New Roman" panose="02020603050405020304" pitchFamily="18" charset="0"/>
              <a:cs typeface="Times New Roman" panose="02020603050405020304" pitchFamily="18" charset="0"/>
            </a:rPr>
            <a:t> — checks if expenses.csv already exists, so old data is never overwritten on restart.</a:t>
          </a:r>
          <a:endParaRPr lang="en-IN" dirty="0"/>
        </a:p>
      </dgm:t>
    </dgm:pt>
    <dgm:pt modelId="{E0C6AEE2-25AB-489D-B150-DA1CBB5935DB}" type="parTrans" cxnId="{89633F4B-EECB-4E8A-97FC-8A8FCCA4F947}">
      <dgm:prSet/>
      <dgm:spPr/>
      <dgm:t>
        <a:bodyPr/>
        <a:lstStyle/>
        <a:p>
          <a:endParaRPr lang="en-IN"/>
        </a:p>
      </dgm:t>
    </dgm:pt>
    <dgm:pt modelId="{9D64296B-7588-4979-84D5-F0DFBFB9F4C7}" type="sibTrans" cxnId="{89633F4B-EECB-4E8A-97FC-8A8FCCA4F947}">
      <dgm:prSet/>
      <dgm:spPr/>
      <dgm:t>
        <a:bodyPr/>
        <a:lstStyle/>
        <a:p>
          <a:endParaRPr lang="en-IN"/>
        </a:p>
      </dgm:t>
    </dgm:pt>
    <dgm:pt modelId="{5F45F07D-08F9-48DF-B55D-E1E2FBEF90F6}">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Functions</a:t>
          </a:r>
          <a:r>
            <a:rPr lang="en-IN" dirty="0">
              <a:latin typeface="Times New Roman" panose="02020603050405020304" pitchFamily="18" charset="0"/>
              <a:cs typeface="Times New Roman" panose="02020603050405020304" pitchFamily="18" charset="0"/>
            </a:rPr>
            <a:t> — the program is split into small tasks (</a:t>
          </a:r>
          <a:r>
            <a:rPr lang="en-IN" dirty="0" err="1">
              <a:latin typeface="Times New Roman" panose="02020603050405020304" pitchFamily="18" charset="0"/>
              <a:cs typeface="Times New Roman" panose="02020603050405020304" pitchFamily="18" charset="0"/>
            </a:rPr>
            <a:t>add_transaction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display_menu</a:t>
          </a:r>
          <a:r>
            <a:rPr lang="en-IN" dirty="0">
              <a:latin typeface="Times New Roman" panose="02020603050405020304" pitchFamily="18" charset="0"/>
              <a:cs typeface="Times New Roman" panose="02020603050405020304" pitchFamily="18" charset="0"/>
            </a:rPr>
            <a:t>(), etc.), each doing one job.</a:t>
          </a:r>
          <a:endParaRPr lang="en-IN" dirty="0"/>
        </a:p>
      </dgm:t>
    </dgm:pt>
    <dgm:pt modelId="{C700C566-A2D3-4355-8636-447E01286516}" type="parTrans" cxnId="{A19B2267-B6BC-41E1-81A8-CEB1D41D94C3}">
      <dgm:prSet/>
      <dgm:spPr/>
      <dgm:t>
        <a:bodyPr/>
        <a:lstStyle/>
        <a:p>
          <a:endParaRPr lang="en-IN"/>
        </a:p>
      </dgm:t>
    </dgm:pt>
    <dgm:pt modelId="{8D0490D7-F8A8-4F98-8CC8-BECAEF3AA51B}" type="sibTrans" cxnId="{A19B2267-B6BC-41E1-81A8-CEB1D41D94C3}">
      <dgm:prSet/>
      <dgm:spPr/>
      <dgm:t>
        <a:bodyPr/>
        <a:lstStyle/>
        <a:p>
          <a:endParaRPr lang="en-IN"/>
        </a:p>
      </dgm:t>
    </dgm:pt>
    <dgm:pt modelId="{F8DB55F7-F8EB-4698-B752-0EAF7B817F79}">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Functions</a:t>
          </a:r>
          <a:r>
            <a:rPr lang="en-IN" dirty="0">
              <a:latin typeface="Times New Roman" panose="02020603050405020304" pitchFamily="18" charset="0"/>
              <a:cs typeface="Times New Roman" panose="02020603050405020304" pitchFamily="18" charset="0"/>
            </a:rPr>
            <a:t> — the program is split into small tasks (</a:t>
          </a:r>
          <a:r>
            <a:rPr lang="en-IN" dirty="0" err="1">
              <a:latin typeface="Times New Roman" panose="02020603050405020304" pitchFamily="18" charset="0"/>
              <a:cs typeface="Times New Roman" panose="02020603050405020304" pitchFamily="18" charset="0"/>
            </a:rPr>
            <a:t>add_transaction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display_menu</a:t>
          </a:r>
          <a:r>
            <a:rPr lang="en-IN" dirty="0">
              <a:latin typeface="Times New Roman" panose="02020603050405020304" pitchFamily="18" charset="0"/>
              <a:cs typeface="Times New Roman" panose="02020603050405020304" pitchFamily="18" charset="0"/>
            </a:rPr>
            <a:t>(), etc.), each doing one job.</a:t>
          </a:r>
          <a:endParaRPr lang="en-IN" dirty="0"/>
        </a:p>
      </dgm:t>
    </dgm:pt>
    <dgm:pt modelId="{8901D5F4-A4F1-440F-887B-F2598E9E9F2D}" type="parTrans" cxnId="{65C5545D-A022-4E2B-AECD-A18187595E9B}">
      <dgm:prSet/>
      <dgm:spPr/>
      <dgm:t>
        <a:bodyPr/>
        <a:lstStyle/>
        <a:p>
          <a:endParaRPr lang="en-IN"/>
        </a:p>
      </dgm:t>
    </dgm:pt>
    <dgm:pt modelId="{785A7899-7021-41B8-85F1-A394C39538F0}" type="sibTrans" cxnId="{65C5545D-A022-4E2B-AECD-A18187595E9B}">
      <dgm:prSet/>
      <dgm:spPr/>
      <dgm:t>
        <a:bodyPr/>
        <a:lstStyle/>
        <a:p>
          <a:endParaRPr lang="en-IN"/>
        </a:p>
      </dgm:t>
    </dgm:pt>
    <dgm:pt modelId="{EBE930D0-E95F-42F6-9259-3FE878CA1B74}">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If-</a:t>
          </a:r>
          <a:r>
            <a:rPr lang="en-IN" b="1" dirty="0" err="1">
              <a:latin typeface="Times New Roman" panose="02020603050405020304" pitchFamily="18" charset="0"/>
              <a:cs typeface="Times New Roman" panose="02020603050405020304" pitchFamily="18" charset="0"/>
            </a:rPr>
            <a:t>elif</a:t>
          </a:r>
          <a:r>
            <a:rPr lang="en-IN" b="1" dirty="0">
              <a:latin typeface="Times New Roman" panose="02020603050405020304" pitchFamily="18" charset="0"/>
              <a:cs typeface="Times New Roman" panose="02020603050405020304" pitchFamily="18" charset="0"/>
            </a:rPr>
            <a:t>-else</a:t>
          </a:r>
          <a:r>
            <a:rPr lang="en-IN" dirty="0">
              <a:latin typeface="Times New Roman" panose="02020603050405020304" pitchFamily="18" charset="0"/>
              <a:cs typeface="Times New Roman" panose="02020603050405020304" pitchFamily="18" charset="0"/>
            </a:rPr>
            <a:t> — decides what to do based on the user's menu choice and checks the entry type is valid.</a:t>
          </a:r>
          <a:endParaRPr lang="en-IN" dirty="0"/>
        </a:p>
      </dgm:t>
    </dgm:pt>
    <dgm:pt modelId="{AD654021-EC8D-4475-AD7D-E8DA10AB3C27}" type="parTrans" cxnId="{BD2512AE-975F-4EF8-B962-73E8D585080D}">
      <dgm:prSet/>
      <dgm:spPr/>
      <dgm:t>
        <a:bodyPr/>
        <a:lstStyle/>
        <a:p>
          <a:endParaRPr lang="en-IN"/>
        </a:p>
      </dgm:t>
    </dgm:pt>
    <dgm:pt modelId="{6B4CD2D7-BC46-40A6-B947-B28C49495BA1}" type="sibTrans" cxnId="{BD2512AE-975F-4EF8-B962-73E8D585080D}">
      <dgm:prSet/>
      <dgm:spPr/>
      <dgm:t>
        <a:bodyPr/>
        <a:lstStyle/>
        <a:p>
          <a:endParaRPr lang="en-IN"/>
        </a:p>
      </dgm:t>
    </dgm:pt>
    <dgm:pt modelId="{5CF60149-E235-457D-8904-E4953178B5DD}">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Try-except</a:t>
          </a:r>
          <a:r>
            <a:rPr lang="en-IN" dirty="0">
              <a:latin typeface="Times New Roman" panose="02020603050405020304" pitchFamily="18" charset="0"/>
              <a:cs typeface="Times New Roman" panose="02020603050405020304" pitchFamily="18" charset="0"/>
            </a:rPr>
            <a:t> — catches invalid input (like typing text instead of a number) so the program doesn't crash.</a:t>
          </a:r>
          <a:endParaRPr lang="en-IN" dirty="0"/>
        </a:p>
      </dgm:t>
    </dgm:pt>
    <dgm:pt modelId="{265D3BFA-DD33-4242-A571-C992142E5A22}" type="parTrans" cxnId="{6801F165-744C-4F1A-AAC9-E7674D05CE9E}">
      <dgm:prSet/>
      <dgm:spPr/>
      <dgm:t>
        <a:bodyPr/>
        <a:lstStyle/>
        <a:p>
          <a:endParaRPr lang="en-IN"/>
        </a:p>
      </dgm:t>
    </dgm:pt>
    <dgm:pt modelId="{AD67D488-00BF-4211-AB50-9B11601C6DD9}" type="sibTrans" cxnId="{6801F165-744C-4F1A-AAC9-E7674D05CE9E}">
      <dgm:prSet/>
      <dgm:spPr/>
      <dgm:t>
        <a:bodyPr/>
        <a:lstStyle/>
        <a:p>
          <a:endParaRPr lang="en-IN"/>
        </a:p>
      </dgm:t>
    </dgm:pt>
    <dgm:pt modelId="{28084498-15A6-4145-9535-67CCBBF026BD}">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File handling (append mode)</a:t>
          </a:r>
          <a:r>
            <a:rPr lang="en-IN" dirty="0">
              <a:latin typeface="Times New Roman" panose="02020603050405020304" pitchFamily="18" charset="0"/>
              <a:cs typeface="Times New Roman" panose="02020603050405020304" pitchFamily="18" charset="0"/>
            </a:rPr>
            <a:t> — adds new transactions to the end of the file without deleting existing ones.</a:t>
          </a:r>
          <a:endParaRPr lang="en-IN" dirty="0"/>
        </a:p>
      </dgm:t>
    </dgm:pt>
    <dgm:pt modelId="{266A163D-930E-4B8C-84CE-676673EF19BC}" type="parTrans" cxnId="{D24BCC82-28CE-4DE7-88F4-C6B01785B1A9}">
      <dgm:prSet/>
      <dgm:spPr/>
      <dgm:t>
        <a:bodyPr/>
        <a:lstStyle/>
        <a:p>
          <a:endParaRPr lang="en-IN"/>
        </a:p>
      </dgm:t>
    </dgm:pt>
    <dgm:pt modelId="{96EE13DC-7519-4230-A944-ACB9217C6AC2}" type="sibTrans" cxnId="{D24BCC82-28CE-4DE7-88F4-C6B01785B1A9}">
      <dgm:prSet/>
      <dgm:spPr/>
      <dgm:t>
        <a:bodyPr/>
        <a:lstStyle/>
        <a:p>
          <a:endParaRPr lang="en-IN"/>
        </a:p>
      </dgm:t>
    </dgm:pt>
    <dgm:pt modelId="{0B9AFA3E-9CA1-4AF2-A378-8656098404B8}" type="pres">
      <dgm:prSet presAssocID="{B5283C57-82C1-4385-9954-8589386EFEFF}" presName="linear" presStyleCnt="0">
        <dgm:presLayoutVars>
          <dgm:dir/>
          <dgm:animLvl val="lvl"/>
          <dgm:resizeHandles val="exact"/>
        </dgm:presLayoutVars>
      </dgm:prSet>
      <dgm:spPr/>
    </dgm:pt>
    <dgm:pt modelId="{E1C05E55-24CA-40D5-A40D-CDC44913D079}" type="pres">
      <dgm:prSet presAssocID="{14E373DC-CCD7-4F35-879A-D95478E9321A}" presName="parentLin" presStyleCnt="0"/>
      <dgm:spPr/>
    </dgm:pt>
    <dgm:pt modelId="{298ED8FE-172F-466F-AE73-267EEA2B8734}" type="pres">
      <dgm:prSet presAssocID="{14E373DC-CCD7-4F35-879A-D95478E9321A}" presName="parentLeftMargin" presStyleLbl="node1" presStyleIdx="0" presStyleCnt="7"/>
      <dgm:spPr/>
    </dgm:pt>
    <dgm:pt modelId="{D47B28FC-54BA-4CC1-8159-749E78C54003}" type="pres">
      <dgm:prSet presAssocID="{14E373DC-CCD7-4F35-879A-D95478E9321A}" presName="parentText" presStyleLbl="node1" presStyleIdx="0" presStyleCnt="7">
        <dgm:presLayoutVars>
          <dgm:chMax val="0"/>
          <dgm:bulletEnabled val="1"/>
        </dgm:presLayoutVars>
      </dgm:prSet>
      <dgm:spPr/>
    </dgm:pt>
    <dgm:pt modelId="{57FA11F0-DB83-42BA-844B-8194EB25F177}" type="pres">
      <dgm:prSet presAssocID="{14E373DC-CCD7-4F35-879A-D95478E9321A}" presName="negativeSpace" presStyleCnt="0"/>
      <dgm:spPr/>
    </dgm:pt>
    <dgm:pt modelId="{74B184C8-6DED-4A40-AC64-77635DD30B6F}" type="pres">
      <dgm:prSet presAssocID="{14E373DC-CCD7-4F35-879A-D95478E9321A}" presName="childText" presStyleLbl="conFgAcc1" presStyleIdx="0" presStyleCnt="7">
        <dgm:presLayoutVars>
          <dgm:bulletEnabled val="1"/>
        </dgm:presLayoutVars>
      </dgm:prSet>
      <dgm:spPr/>
    </dgm:pt>
    <dgm:pt modelId="{D6B7B808-7839-4B3B-B762-17FA614A6BA1}" type="pres">
      <dgm:prSet presAssocID="{FAEFE810-DC94-40E9-B851-A1F7E74F0614}" presName="spaceBetweenRectangles" presStyleCnt="0"/>
      <dgm:spPr/>
    </dgm:pt>
    <dgm:pt modelId="{FD340D1D-A2FC-4020-B58E-488A329AF821}" type="pres">
      <dgm:prSet presAssocID="{01F1D9CD-13A5-4893-A0DB-01A82C224F1E}" presName="parentLin" presStyleCnt="0"/>
      <dgm:spPr/>
    </dgm:pt>
    <dgm:pt modelId="{C300794F-D80B-4845-8CB1-C06B06962ABB}" type="pres">
      <dgm:prSet presAssocID="{01F1D9CD-13A5-4893-A0DB-01A82C224F1E}" presName="parentLeftMargin" presStyleLbl="node1" presStyleIdx="0" presStyleCnt="7"/>
      <dgm:spPr/>
    </dgm:pt>
    <dgm:pt modelId="{7A4D6FF1-97A1-43E9-8DFA-E8A43A35F5CB}" type="pres">
      <dgm:prSet presAssocID="{01F1D9CD-13A5-4893-A0DB-01A82C224F1E}" presName="parentText" presStyleLbl="node1" presStyleIdx="1" presStyleCnt="7">
        <dgm:presLayoutVars>
          <dgm:chMax val="0"/>
          <dgm:bulletEnabled val="1"/>
        </dgm:presLayoutVars>
      </dgm:prSet>
      <dgm:spPr/>
    </dgm:pt>
    <dgm:pt modelId="{CE935793-7A69-4021-9FAF-EEAE7F698887}" type="pres">
      <dgm:prSet presAssocID="{01F1D9CD-13A5-4893-A0DB-01A82C224F1E}" presName="negativeSpace" presStyleCnt="0"/>
      <dgm:spPr/>
    </dgm:pt>
    <dgm:pt modelId="{F4A364E3-2093-4BFE-9078-C8807962FD8F}" type="pres">
      <dgm:prSet presAssocID="{01F1D9CD-13A5-4893-A0DB-01A82C224F1E}" presName="childText" presStyleLbl="conFgAcc1" presStyleIdx="1" presStyleCnt="7">
        <dgm:presLayoutVars>
          <dgm:bulletEnabled val="1"/>
        </dgm:presLayoutVars>
      </dgm:prSet>
      <dgm:spPr/>
    </dgm:pt>
    <dgm:pt modelId="{08D65B8A-0C2D-48B8-806C-27644E0F0CA5}" type="pres">
      <dgm:prSet presAssocID="{9D64296B-7588-4979-84D5-F0DFBFB9F4C7}" presName="spaceBetweenRectangles" presStyleCnt="0"/>
      <dgm:spPr/>
    </dgm:pt>
    <dgm:pt modelId="{FD230A38-7696-4992-954F-80323B3D99B8}" type="pres">
      <dgm:prSet presAssocID="{5F45F07D-08F9-48DF-B55D-E1E2FBEF90F6}" presName="parentLin" presStyleCnt="0"/>
      <dgm:spPr/>
    </dgm:pt>
    <dgm:pt modelId="{0D762125-7B94-4969-9746-22AF7E52887E}" type="pres">
      <dgm:prSet presAssocID="{5F45F07D-08F9-48DF-B55D-E1E2FBEF90F6}" presName="parentLeftMargin" presStyleLbl="node1" presStyleIdx="1" presStyleCnt="7"/>
      <dgm:spPr/>
    </dgm:pt>
    <dgm:pt modelId="{5A1580D1-1A91-49D3-B467-2506A840D7D3}" type="pres">
      <dgm:prSet presAssocID="{5F45F07D-08F9-48DF-B55D-E1E2FBEF90F6}" presName="parentText" presStyleLbl="node1" presStyleIdx="2" presStyleCnt="7">
        <dgm:presLayoutVars>
          <dgm:chMax val="0"/>
          <dgm:bulletEnabled val="1"/>
        </dgm:presLayoutVars>
      </dgm:prSet>
      <dgm:spPr/>
    </dgm:pt>
    <dgm:pt modelId="{3E0E8F62-F366-433B-9064-FA3EFE52F0B3}" type="pres">
      <dgm:prSet presAssocID="{5F45F07D-08F9-48DF-B55D-E1E2FBEF90F6}" presName="negativeSpace" presStyleCnt="0"/>
      <dgm:spPr/>
    </dgm:pt>
    <dgm:pt modelId="{92C78A84-3CBC-4CEA-9BB0-F1924D2E76DD}" type="pres">
      <dgm:prSet presAssocID="{5F45F07D-08F9-48DF-B55D-E1E2FBEF90F6}" presName="childText" presStyleLbl="conFgAcc1" presStyleIdx="2" presStyleCnt="7">
        <dgm:presLayoutVars>
          <dgm:bulletEnabled val="1"/>
        </dgm:presLayoutVars>
      </dgm:prSet>
      <dgm:spPr/>
    </dgm:pt>
    <dgm:pt modelId="{036BD8B4-D6DE-4F49-979C-789FE36CFE76}" type="pres">
      <dgm:prSet presAssocID="{8D0490D7-F8A8-4F98-8CC8-BECAEF3AA51B}" presName="spaceBetweenRectangles" presStyleCnt="0"/>
      <dgm:spPr/>
    </dgm:pt>
    <dgm:pt modelId="{1AA50B41-E3D2-42CC-8033-0C2FA16B708E}" type="pres">
      <dgm:prSet presAssocID="{F8DB55F7-F8EB-4698-B752-0EAF7B817F79}" presName="parentLin" presStyleCnt="0"/>
      <dgm:spPr/>
    </dgm:pt>
    <dgm:pt modelId="{ED85AC27-6589-48D7-96AC-D06D3331C18F}" type="pres">
      <dgm:prSet presAssocID="{F8DB55F7-F8EB-4698-B752-0EAF7B817F79}" presName="parentLeftMargin" presStyleLbl="node1" presStyleIdx="2" presStyleCnt="7"/>
      <dgm:spPr/>
    </dgm:pt>
    <dgm:pt modelId="{9AE25480-E4E5-43FB-9AC5-0DF6A401CA1F}" type="pres">
      <dgm:prSet presAssocID="{F8DB55F7-F8EB-4698-B752-0EAF7B817F79}" presName="parentText" presStyleLbl="node1" presStyleIdx="3" presStyleCnt="7">
        <dgm:presLayoutVars>
          <dgm:chMax val="0"/>
          <dgm:bulletEnabled val="1"/>
        </dgm:presLayoutVars>
      </dgm:prSet>
      <dgm:spPr/>
    </dgm:pt>
    <dgm:pt modelId="{3F6613B8-A709-42BF-B782-8C5380B02453}" type="pres">
      <dgm:prSet presAssocID="{F8DB55F7-F8EB-4698-B752-0EAF7B817F79}" presName="negativeSpace" presStyleCnt="0"/>
      <dgm:spPr/>
    </dgm:pt>
    <dgm:pt modelId="{41398038-045D-44AF-83AB-FB5925C80799}" type="pres">
      <dgm:prSet presAssocID="{F8DB55F7-F8EB-4698-B752-0EAF7B817F79}" presName="childText" presStyleLbl="conFgAcc1" presStyleIdx="3" presStyleCnt="7">
        <dgm:presLayoutVars>
          <dgm:bulletEnabled val="1"/>
        </dgm:presLayoutVars>
      </dgm:prSet>
      <dgm:spPr/>
    </dgm:pt>
    <dgm:pt modelId="{148FA871-2D22-4C65-84DE-0636F513A31F}" type="pres">
      <dgm:prSet presAssocID="{785A7899-7021-41B8-85F1-A394C39538F0}" presName="spaceBetweenRectangles" presStyleCnt="0"/>
      <dgm:spPr/>
    </dgm:pt>
    <dgm:pt modelId="{08C56DEC-8D9F-4A8A-BF74-B2DECBE987B2}" type="pres">
      <dgm:prSet presAssocID="{EBE930D0-E95F-42F6-9259-3FE878CA1B74}" presName="parentLin" presStyleCnt="0"/>
      <dgm:spPr/>
    </dgm:pt>
    <dgm:pt modelId="{F4833F69-7424-4323-8B57-439420C28772}" type="pres">
      <dgm:prSet presAssocID="{EBE930D0-E95F-42F6-9259-3FE878CA1B74}" presName="parentLeftMargin" presStyleLbl="node1" presStyleIdx="3" presStyleCnt="7"/>
      <dgm:spPr/>
    </dgm:pt>
    <dgm:pt modelId="{65A80F43-E256-4FC3-A4B4-7E891786BFF3}" type="pres">
      <dgm:prSet presAssocID="{EBE930D0-E95F-42F6-9259-3FE878CA1B74}" presName="parentText" presStyleLbl="node1" presStyleIdx="4" presStyleCnt="7">
        <dgm:presLayoutVars>
          <dgm:chMax val="0"/>
          <dgm:bulletEnabled val="1"/>
        </dgm:presLayoutVars>
      </dgm:prSet>
      <dgm:spPr/>
    </dgm:pt>
    <dgm:pt modelId="{079D24AD-388A-4D83-98AC-0AE19ECEC9EF}" type="pres">
      <dgm:prSet presAssocID="{EBE930D0-E95F-42F6-9259-3FE878CA1B74}" presName="negativeSpace" presStyleCnt="0"/>
      <dgm:spPr/>
    </dgm:pt>
    <dgm:pt modelId="{7114CCFB-CC37-41E8-A5FA-B01222A34277}" type="pres">
      <dgm:prSet presAssocID="{EBE930D0-E95F-42F6-9259-3FE878CA1B74}" presName="childText" presStyleLbl="conFgAcc1" presStyleIdx="4" presStyleCnt="7">
        <dgm:presLayoutVars>
          <dgm:bulletEnabled val="1"/>
        </dgm:presLayoutVars>
      </dgm:prSet>
      <dgm:spPr/>
    </dgm:pt>
    <dgm:pt modelId="{89A3ABEA-C2FD-4EE9-894A-A4689D6B74F7}" type="pres">
      <dgm:prSet presAssocID="{6B4CD2D7-BC46-40A6-B947-B28C49495BA1}" presName="spaceBetweenRectangles" presStyleCnt="0"/>
      <dgm:spPr/>
    </dgm:pt>
    <dgm:pt modelId="{8B8CF0EC-44F8-4D7D-BDD5-D4533BB13056}" type="pres">
      <dgm:prSet presAssocID="{5CF60149-E235-457D-8904-E4953178B5DD}" presName="parentLin" presStyleCnt="0"/>
      <dgm:spPr/>
    </dgm:pt>
    <dgm:pt modelId="{0B951515-DDF5-450C-B2E4-4DA3D74259E8}" type="pres">
      <dgm:prSet presAssocID="{5CF60149-E235-457D-8904-E4953178B5DD}" presName="parentLeftMargin" presStyleLbl="node1" presStyleIdx="4" presStyleCnt="7"/>
      <dgm:spPr/>
    </dgm:pt>
    <dgm:pt modelId="{48D9DA8B-57CE-438D-83AC-D9E5F6C6F397}" type="pres">
      <dgm:prSet presAssocID="{5CF60149-E235-457D-8904-E4953178B5DD}" presName="parentText" presStyleLbl="node1" presStyleIdx="5" presStyleCnt="7">
        <dgm:presLayoutVars>
          <dgm:chMax val="0"/>
          <dgm:bulletEnabled val="1"/>
        </dgm:presLayoutVars>
      </dgm:prSet>
      <dgm:spPr/>
    </dgm:pt>
    <dgm:pt modelId="{9619C6C9-B786-4517-AFA2-7DBA38D39519}" type="pres">
      <dgm:prSet presAssocID="{5CF60149-E235-457D-8904-E4953178B5DD}" presName="negativeSpace" presStyleCnt="0"/>
      <dgm:spPr/>
    </dgm:pt>
    <dgm:pt modelId="{F34E311C-B988-45B4-A8A1-FC822DF61A79}" type="pres">
      <dgm:prSet presAssocID="{5CF60149-E235-457D-8904-E4953178B5DD}" presName="childText" presStyleLbl="conFgAcc1" presStyleIdx="5" presStyleCnt="7">
        <dgm:presLayoutVars>
          <dgm:bulletEnabled val="1"/>
        </dgm:presLayoutVars>
      </dgm:prSet>
      <dgm:spPr/>
    </dgm:pt>
    <dgm:pt modelId="{AA2A5B17-8E9B-4DC0-882D-5552A2AB63C3}" type="pres">
      <dgm:prSet presAssocID="{AD67D488-00BF-4211-AB50-9B11601C6DD9}" presName="spaceBetweenRectangles" presStyleCnt="0"/>
      <dgm:spPr/>
    </dgm:pt>
    <dgm:pt modelId="{9425D33C-8162-4906-BA54-F356CFD043A5}" type="pres">
      <dgm:prSet presAssocID="{28084498-15A6-4145-9535-67CCBBF026BD}" presName="parentLin" presStyleCnt="0"/>
      <dgm:spPr/>
    </dgm:pt>
    <dgm:pt modelId="{5669BE7A-E30C-4A59-B8A4-CFE08C4EC971}" type="pres">
      <dgm:prSet presAssocID="{28084498-15A6-4145-9535-67CCBBF026BD}" presName="parentLeftMargin" presStyleLbl="node1" presStyleIdx="5" presStyleCnt="7"/>
      <dgm:spPr/>
    </dgm:pt>
    <dgm:pt modelId="{61FF3B26-D87C-4A86-8D04-49A42BE505F0}" type="pres">
      <dgm:prSet presAssocID="{28084498-15A6-4145-9535-67CCBBF026BD}" presName="parentText" presStyleLbl="node1" presStyleIdx="6" presStyleCnt="7">
        <dgm:presLayoutVars>
          <dgm:chMax val="0"/>
          <dgm:bulletEnabled val="1"/>
        </dgm:presLayoutVars>
      </dgm:prSet>
      <dgm:spPr/>
    </dgm:pt>
    <dgm:pt modelId="{A328FA66-5DE1-4ACB-898C-B2ED6BA2ED22}" type="pres">
      <dgm:prSet presAssocID="{28084498-15A6-4145-9535-67CCBBF026BD}" presName="negativeSpace" presStyleCnt="0"/>
      <dgm:spPr/>
    </dgm:pt>
    <dgm:pt modelId="{6107263D-7EF1-46BA-A90A-D8212C0C4CCA}" type="pres">
      <dgm:prSet presAssocID="{28084498-15A6-4145-9535-67CCBBF026BD}" presName="childText" presStyleLbl="conFgAcc1" presStyleIdx="6" presStyleCnt="7">
        <dgm:presLayoutVars>
          <dgm:bulletEnabled val="1"/>
        </dgm:presLayoutVars>
      </dgm:prSet>
      <dgm:spPr/>
    </dgm:pt>
  </dgm:ptLst>
  <dgm:cxnLst>
    <dgm:cxn modelId="{DBF5FF0E-9B38-4342-A8CE-518C7F153B6B}" type="presOf" srcId="{28084498-15A6-4145-9535-67CCBBF026BD}" destId="{61FF3B26-D87C-4A86-8D04-49A42BE505F0}" srcOrd="1" destOrd="0" presId="urn:microsoft.com/office/officeart/2005/8/layout/list1"/>
    <dgm:cxn modelId="{09B9D21F-9163-4781-A701-4B889C651C53}" type="presOf" srcId="{5F45F07D-08F9-48DF-B55D-E1E2FBEF90F6}" destId="{5A1580D1-1A91-49D3-B467-2506A840D7D3}" srcOrd="1" destOrd="0" presId="urn:microsoft.com/office/officeart/2005/8/layout/list1"/>
    <dgm:cxn modelId="{00DF2720-8AF8-48E2-AB20-E5AB922B23AD}" type="presOf" srcId="{5CF60149-E235-457D-8904-E4953178B5DD}" destId="{0B951515-DDF5-450C-B2E4-4DA3D74259E8}" srcOrd="0" destOrd="0" presId="urn:microsoft.com/office/officeart/2005/8/layout/list1"/>
    <dgm:cxn modelId="{52EAED2F-7819-414E-8E72-24C75215551D}" type="presOf" srcId="{14E373DC-CCD7-4F35-879A-D95478E9321A}" destId="{298ED8FE-172F-466F-AE73-267EEA2B8734}" srcOrd="0" destOrd="0" presId="urn:microsoft.com/office/officeart/2005/8/layout/list1"/>
    <dgm:cxn modelId="{65C5545D-A022-4E2B-AECD-A18187595E9B}" srcId="{B5283C57-82C1-4385-9954-8589386EFEFF}" destId="{F8DB55F7-F8EB-4698-B752-0EAF7B817F79}" srcOrd="3" destOrd="0" parTransId="{8901D5F4-A4F1-440F-887B-F2598E9E9F2D}" sibTransId="{785A7899-7021-41B8-85F1-A394C39538F0}"/>
    <dgm:cxn modelId="{C1BC2242-4F10-4026-8085-85FFA513EDE7}" type="presOf" srcId="{5F45F07D-08F9-48DF-B55D-E1E2FBEF90F6}" destId="{0D762125-7B94-4969-9746-22AF7E52887E}" srcOrd="0" destOrd="0" presId="urn:microsoft.com/office/officeart/2005/8/layout/list1"/>
    <dgm:cxn modelId="{6801F165-744C-4F1A-AAC9-E7674D05CE9E}" srcId="{B5283C57-82C1-4385-9954-8589386EFEFF}" destId="{5CF60149-E235-457D-8904-E4953178B5DD}" srcOrd="5" destOrd="0" parTransId="{265D3BFA-DD33-4242-A571-C992142E5A22}" sibTransId="{AD67D488-00BF-4211-AB50-9B11601C6DD9}"/>
    <dgm:cxn modelId="{A19B2267-B6BC-41E1-81A8-CEB1D41D94C3}" srcId="{B5283C57-82C1-4385-9954-8589386EFEFF}" destId="{5F45F07D-08F9-48DF-B55D-E1E2FBEF90F6}" srcOrd="2" destOrd="0" parTransId="{C700C566-A2D3-4355-8636-447E01286516}" sibTransId="{8D0490D7-F8A8-4F98-8CC8-BECAEF3AA51B}"/>
    <dgm:cxn modelId="{89633F4B-EECB-4E8A-97FC-8A8FCCA4F947}" srcId="{B5283C57-82C1-4385-9954-8589386EFEFF}" destId="{01F1D9CD-13A5-4893-A0DB-01A82C224F1E}" srcOrd="1" destOrd="0" parTransId="{E0C6AEE2-25AB-489D-B150-DA1CBB5935DB}" sibTransId="{9D64296B-7588-4979-84D5-F0DFBFB9F4C7}"/>
    <dgm:cxn modelId="{BDB3704C-54DA-47F9-8128-68ABD9ECD5FF}" type="presOf" srcId="{5CF60149-E235-457D-8904-E4953178B5DD}" destId="{48D9DA8B-57CE-438D-83AC-D9E5F6C6F397}" srcOrd="1" destOrd="0" presId="urn:microsoft.com/office/officeart/2005/8/layout/list1"/>
    <dgm:cxn modelId="{A077C44F-2B30-4AF5-893F-02D2DAEA8ECB}" type="presOf" srcId="{28084498-15A6-4145-9535-67CCBBF026BD}" destId="{5669BE7A-E30C-4A59-B8A4-CFE08C4EC971}" srcOrd="0" destOrd="0" presId="urn:microsoft.com/office/officeart/2005/8/layout/list1"/>
    <dgm:cxn modelId="{1E5DEB77-58FE-4265-963E-39F3833F2C83}" type="presOf" srcId="{EBE930D0-E95F-42F6-9259-3FE878CA1B74}" destId="{F4833F69-7424-4323-8B57-439420C28772}" srcOrd="0" destOrd="0" presId="urn:microsoft.com/office/officeart/2005/8/layout/list1"/>
    <dgm:cxn modelId="{8B761A59-D89E-4B23-8F13-546C6C90757C}" type="presOf" srcId="{EBE930D0-E95F-42F6-9259-3FE878CA1B74}" destId="{65A80F43-E256-4FC3-A4B4-7E891786BFF3}" srcOrd="1" destOrd="0" presId="urn:microsoft.com/office/officeart/2005/8/layout/list1"/>
    <dgm:cxn modelId="{74211F7C-D754-4BBD-8904-6B1079A0F971}" type="presOf" srcId="{F8DB55F7-F8EB-4698-B752-0EAF7B817F79}" destId="{9AE25480-E4E5-43FB-9AC5-0DF6A401CA1F}" srcOrd="1" destOrd="0" presId="urn:microsoft.com/office/officeart/2005/8/layout/list1"/>
    <dgm:cxn modelId="{D24BCC82-28CE-4DE7-88F4-C6B01785B1A9}" srcId="{B5283C57-82C1-4385-9954-8589386EFEFF}" destId="{28084498-15A6-4145-9535-67CCBBF026BD}" srcOrd="6" destOrd="0" parTransId="{266A163D-930E-4B8C-84CE-676673EF19BC}" sibTransId="{96EE13DC-7519-4230-A944-ACB9217C6AC2}"/>
    <dgm:cxn modelId="{09786389-D3FD-4592-85A3-B4C04C140E2D}" type="presOf" srcId="{F8DB55F7-F8EB-4698-B752-0EAF7B817F79}" destId="{ED85AC27-6589-48D7-96AC-D06D3331C18F}" srcOrd="0" destOrd="0" presId="urn:microsoft.com/office/officeart/2005/8/layout/list1"/>
    <dgm:cxn modelId="{BD2512AE-975F-4EF8-B962-73E8D585080D}" srcId="{B5283C57-82C1-4385-9954-8589386EFEFF}" destId="{EBE930D0-E95F-42F6-9259-3FE878CA1B74}" srcOrd="4" destOrd="0" parTransId="{AD654021-EC8D-4475-AD7D-E8DA10AB3C27}" sibTransId="{6B4CD2D7-BC46-40A6-B947-B28C49495BA1}"/>
    <dgm:cxn modelId="{215897C0-C35F-4E87-AA9C-F6D40D914239}" type="presOf" srcId="{B5283C57-82C1-4385-9954-8589386EFEFF}" destId="{0B9AFA3E-9CA1-4AF2-A378-8656098404B8}" srcOrd="0" destOrd="0" presId="urn:microsoft.com/office/officeart/2005/8/layout/list1"/>
    <dgm:cxn modelId="{1A4C82C4-4D68-4CE7-BF80-8E401C5F6F6D}" srcId="{B5283C57-82C1-4385-9954-8589386EFEFF}" destId="{14E373DC-CCD7-4F35-879A-D95478E9321A}" srcOrd="0" destOrd="0" parTransId="{FD39D45C-600B-433D-89B6-7463ADFF87A2}" sibTransId="{FAEFE810-DC94-40E9-B851-A1F7E74F0614}"/>
    <dgm:cxn modelId="{4B3B2DEA-F25B-4ED3-8165-47FC568D1AA4}" type="presOf" srcId="{01F1D9CD-13A5-4893-A0DB-01A82C224F1E}" destId="{7A4D6FF1-97A1-43E9-8DFA-E8A43A35F5CB}" srcOrd="1" destOrd="0" presId="urn:microsoft.com/office/officeart/2005/8/layout/list1"/>
    <dgm:cxn modelId="{E71011F5-15C7-4330-B774-692925DB5287}" type="presOf" srcId="{14E373DC-CCD7-4F35-879A-D95478E9321A}" destId="{D47B28FC-54BA-4CC1-8159-749E78C54003}" srcOrd="1" destOrd="0" presId="urn:microsoft.com/office/officeart/2005/8/layout/list1"/>
    <dgm:cxn modelId="{E0C1BAF5-4FA6-4359-A06D-E480BAA775CE}" type="presOf" srcId="{01F1D9CD-13A5-4893-A0DB-01A82C224F1E}" destId="{C300794F-D80B-4845-8CB1-C06B06962ABB}" srcOrd="0" destOrd="0" presId="urn:microsoft.com/office/officeart/2005/8/layout/list1"/>
    <dgm:cxn modelId="{909DD770-AA83-4F9D-97C5-CC8290FB4912}" type="presParOf" srcId="{0B9AFA3E-9CA1-4AF2-A378-8656098404B8}" destId="{E1C05E55-24CA-40D5-A40D-CDC44913D079}" srcOrd="0" destOrd="0" presId="urn:microsoft.com/office/officeart/2005/8/layout/list1"/>
    <dgm:cxn modelId="{E8DC5EB9-9C78-41FE-A59F-A21E4ED7261D}" type="presParOf" srcId="{E1C05E55-24CA-40D5-A40D-CDC44913D079}" destId="{298ED8FE-172F-466F-AE73-267EEA2B8734}" srcOrd="0" destOrd="0" presId="urn:microsoft.com/office/officeart/2005/8/layout/list1"/>
    <dgm:cxn modelId="{D68999EE-1B4C-4AD1-9903-7E5182B19E4B}" type="presParOf" srcId="{E1C05E55-24CA-40D5-A40D-CDC44913D079}" destId="{D47B28FC-54BA-4CC1-8159-749E78C54003}" srcOrd="1" destOrd="0" presId="urn:microsoft.com/office/officeart/2005/8/layout/list1"/>
    <dgm:cxn modelId="{D63333E5-B491-4471-8924-49D2F5528E75}" type="presParOf" srcId="{0B9AFA3E-9CA1-4AF2-A378-8656098404B8}" destId="{57FA11F0-DB83-42BA-844B-8194EB25F177}" srcOrd="1" destOrd="0" presId="urn:microsoft.com/office/officeart/2005/8/layout/list1"/>
    <dgm:cxn modelId="{65A181E6-027C-4238-9221-1B3F7882026E}" type="presParOf" srcId="{0B9AFA3E-9CA1-4AF2-A378-8656098404B8}" destId="{74B184C8-6DED-4A40-AC64-77635DD30B6F}" srcOrd="2" destOrd="0" presId="urn:microsoft.com/office/officeart/2005/8/layout/list1"/>
    <dgm:cxn modelId="{30F727A3-13F9-44BC-9C4A-B7F55C784C60}" type="presParOf" srcId="{0B9AFA3E-9CA1-4AF2-A378-8656098404B8}" destId="{D6B7B808-7839-4B3B-B762-17FA614A6BA1}" srcOrd="3" destOrd="0" presId="urn:microsoft.com/office/officeart/2005/8/layout/list1"/>
    <dgm:cxn modelId="{7A76987D-EEDD-4AA5-88B1-D90111C14AAF}" type="presParOf" srcId="{0B9AFA3E-9CA1-4AF2-A378-8656098404B8}" destId="{FD340D1D-A2FC-4020-B58E-488A329AF821}" srcOrd="4" destOrd="0" presId="urn:microsoft.com/office/officeart/2005/8/layout/list1"/>
    <dgm:cxn modelId="{ECAD1A25-B07B-4098-A7EF-0EFA8FA2E6AC}" type="presParOf" srcId="{FD340D1D-A2FC-4020-B58E-488A329AF821}" destId="{C300794F-D80B-4845-8CB1-C06B06962ABB}" srcOrd="0" destOrd="0" presId="urn:microsoft.com/office/officeart/2005/8/layout/list1"/>
    <dgm:cxn modelId="{D7074E43-F5D3-4CCD-8A94-14752905030F}" type="presParOf" srcId="{FD340D1D-A2FC-4020-B58E-488A329AF821}" destId="{7A4D6FF1-97A1-43E9-8DFA-E8A43A35F5CB}" srcOrd="1" destOrd="0" presId="urn:microsoft.com/office/officeart/2005/8/layout/list1"/>
    <dgm:cxn modelId="{1A73445E-9441-4ED2-BDD0-47B942C0D3B9}" type="presParOf" srcId="{0B9AFA3E-9CA1-4AF2-A378-8656098404B8}" destId="{CE935793-7A69-4021-9FAF-EEAE7F698887}" srcOrd="5" destOrd="0" presId="urn:microsoft.com/office/officeart/2005/8/layout/list1"/>
    <dgm:cxn modelId="{74DCBA17-1565-4647-9DFD-A49AC12ABA66}" type="presParOf" srcId="{0B9AFA3E-9CA1-4AF2-A378-8656098404B8}" destId="{F4A364E3-2093-4BFE-9078-C8807962FD8F}" srcOrd="6" destOrd="0" presId="urn:microsoft.com/office/officeart/2005/8/layout/list1"/>
    <dgm:cxn modelId="{CF20D041-B65E-4583-82DF-E067C392F7D0}" type="presParOf" srcId="{0B9AFA3E-9CA1-4AF2-A378-8656098404B8}" destId="{08D65B8A-0C2D-48B8-806C-27644E0F0CA5}" srcOrd="7" destOrd="0" presId="urn:microsoft.com/office/officeart/2005/8/layout/list1"/>
    <dgm:cxn modelId="{9DB0E405-0450-44A9-8EF3-BE7B2B451CEE}" type="presParOf" srcId="{0B9AFA3E-9CA1-4AF2-A378-8656098404B8}" destId="{FD230A38-7696-4992-954F-80323B3D99B8}" srcOrd="8" destOrd="0" presId="urn:microsoft.com/office/officeart/2005/8/layout/list1"/>
    <dgm:cxn modelId="{1BA7D7A2-2E78-422D-B04B-B199792DD562}" type="presParOf" srcId="{FD230A38-7696-4992-954F-80323B3D99B8}" destId="{0D762125-7B94-4969-9746-22AF7E52887E}" srcOrd="0" destOrd="0" presId="urn:microsoft.com/office/officeart/2005/8/layout/list1"/>
    <dgm:cxn modelId="{1A92064A-868A-4224-8955-D099B11BDF4C}" type="presParOf" srcId="{FD230A38-7696-4992-954F-80323B3D99B8}" destId="{5A1580D1-1A91-49D3-B467-2506A840D7D3}" srcOrd="1" destOrd="0" presId="urn:microsoft.com/office/officeart/2005/8/layout/list1"/>
    <dgm:cxn modelId="{B8BA2873-4E15-44FB-95D9-96890E8358E1}" type="presParOf" srcId="{0B9AFA3E-9CA1-4AF2-A378-8656098404B8}" destId="{3E0E8F62-F366-433B-9064-FA3EFE52F0B3}" srcOrd="9" destOrd="0" presId="urn:microsoft.com/office/officeart/2005/8/layout/list1"/>
    <dgm:cxn modelId="{663D9EC5-023B-4981-8B4F-2184A1E9A931}" type="presParOf" srcId="{0B9AFA3E-9CA1-4AF2-A378-8656098404B8}" destId="{92C78A84-3CBC-4CEA-9BB0-F1924D2E76DD}" srcOrd="10" destOrd="0" presId="urn:microsoft.com/office/officeart/2005/8/layout/list1"/>
    <dgm:cxn modelId="{63F45A81-6079-4824-9760-AA50B898FE99}" type="presParOf" srcId="{0B9AFA3E-9CA1-4AF2-A378-8656098404B8}" destId="{036BD8B4-D6DE-4F49-979C-789FE36CFE76}" srcOrd="11" destOrd="0" presId="urn:microsoft.com/office/officeart/2005/8/layout/list1"/>
    <dgm:cxn modelId="{7B4E4848-C85C-4A54-9AB4-A666C96D6541}" type="presParOf" srcId="{0B9AFA3E-9CA1-4AF2-A378-8656098404B8}" destId="{1AA50B41-E3D2-42CC-8033-0C2FA16B708E}" srcOrd="12" destOrd="0" presId="urn:microsoft.com/office/officeart/2005/8/layout/list1"/>
    <dgm:cxn modelId="{72950462-3097-41EF-A858-21FB165F033C}" type="presParOf" srcId="{1AA50B41-E3D2-42CC-8033-0C2FA16B708E}" destId="{ED85AC27-6589-48D7-96AC-D06D3331C18F}" srcOrd="0" destOrd="0" presId="urn:microsoft.com/office/officeart/2005/8/layout/list1"/>
    <dgm:cxn modelId="{0382FDF7-D19C-42EF-B393-5F72AB1F0F19}" type="presParOf" srcId="{1AA50B41-E3D2-42CC-8033-0C2FA16B708E}" destId="{9AE25480-E4E5-43FB-9AC5-0DF6A401CA1F}" srcOrd="1" destOrd="0" presId="urn:microsoft.com/office/officeart/2005/8/layout/list1"/>
    <dgm:cxn modelId="{7A2A1A15-6E04-4DC4-835C-0D942094C862}" type="presParOf" srcId="{0B9AFA3E-9CA1-4AF2-A378-8656098404B8}" destId="{3F6613B8-A709-42BF-B782-8C5380B02453}" srcOrd="13" destOrd="0" presId="urn:microsoft.com/office/officeart/2005/8/layout/list1"/>
    <dgm:cxn modelId="{2772FBFC-9304-4E73-AF12-AB8D2BCF5A09}" type="presParOf" srcId="{0B9AFA3E-9CA1-4AF2-A378-8656098404B8}" destId="{41398038-045D-44AF-83AB-FB5925C80799}" srcOrd="14" destOrd="0" presId="urn:microsoft.com/office/officeart/2005/8/layout/list1"/>
    <dgm:cxn modelId="{77368C3F-D305-481B-9817-E7C1808A0017}" type="presParOf" srcId="{0B9AFA3E-9CA1-4AF2-A378-8656098404B8}" destId="{148FA871-2D22-4C65-84DE-0636F513A31F}" srcOrd="15" destOrd="0" presId="urn:microsoft.com/office/officeart/2005/8/layout/list1"/>
    <dgm:cxn modelId="{95AFC764-15A8-48B9-9B75-F775CF74FB19}" type="presParOf" srcId="{0B9AFA3E-9CA1-4AF2-A378-8656098404B8}" destId="{08C56DEC-8D9F-4A8A-BF74-B2DECBE987B2}" srcOrd="16" destOrd="0" presId="urn:microsoft.com/office/officeart/2005/8/layout/list1"/>
    <dgm:cxn modelId="{FA63F517-1434-40C5-8E28-B5A5E0ABAF38}" type="presParOf" srcId="{08C56DEC-8D9F-4A8A-BF74-B2DECBE987B2}" destId="{F4833F69-7424-4323-8B57-439420C28772}" srcOrd="0" destOrd="0" presId="urn:microsoft.com/office/officeart/2005/8/layout/list1"/>
    <dgm:cxn modelId="{5329C97A-DE94-44B3-8A78-8D11E8CBD897}" type="presParOf" srcId="{08C56DEC-8D9F-4A8A-BF74-B2DECBE987B2}" destId="{65A80F43-E256-4FC3-A4B4-7E891786BFF3}" srcOrd="1" destOrd="0" presId="urn:microsoft.com/office/officeart/2005/8/layout/list1"/>
    <dgm:cxn modelId="{C29955B2-62BC-47BA-8B0D-97FA3CA29354}" type="presParOf" srcId="{0B9AFA3E-9CA1-4AF2-A378-8656098404B8}" destId="{079D24AD-388A-4D83-98AC-0AE19ECEC9EF}" srcOrd="17" destOrd="0" presId="urn:microsoft.com/office/officeart/2005/8/layout/list1"/>
    <dgm:cxn modelId="{0CA08EBD-FC7B-42EB-AE53-2384E1818D2C}" type="presParOf" srcId="{0B9AFA3E-9CA1-4AF2-A378-8656098404B8}" destId="{7114CCFB-CC37-41E8-A5FA-B01222A34277}" srcOrd="18" destOrd="0" presId="urn:microsoft.com/office/officeart/2005/8/layout/list1"/>
    <dgm:cxn modelId="{9B56826A-1A9B-4B8A-B586-A7805EA8BE99}" type="presParOf" srcId="{0B9AFA3E-9CA1-4AF2-A378-8656098404B8}" destId="{89A3ABEA-C2FD-4EE9-894A-A4689D6B74F7}" srcOrd="19" destOrd="0" presId="urn:microsoft.com/office/officeart/2005/8/layout/list1"/>
    <dgm:cxn modelId="{47454177-BAA0-4FF0-923A-6FF650A9D795}" type="presParOf" srcId="{0B9AFA3E-9CA1-4AF2-A378-8656098404B8}" destId="{8B8CF0EC-44F8-4D7D-BDD5-D4533BB13056}" srcOrd="20" destOrd="0" presId="urn:microsoft.com/office/officeart/2005/8/layout/list1"/>
    <dgm:cxn modelId="{F979AA1A-4806-4614-8424-1DB5D0C4B0F0}" type="presParOf" srcId="{8B8CF0EC-44F8-4D7D-BDD5-D4533BB13056}" destId="{0B951515-DDF5-450C-B2E4-4DA3D74259E8}" srcOrd="0" destOrd="0" presId="urn:microsoft.com/office/officeart/2005/8/layout/list1"/>
    <dgm:cxn modelId="{51689312-D855-4E64-9A67-80CDD3A089F8}" type="presParOf" srcId="{8B8CF0EC-44F8-4D7D-BDD5-D4533BB13056}" destId="{48D9DA8B-57CE-438D-83AC-D9E5F6C6F397}" srcOrd="1" destOrd="0" presId="urn:microsoft.com/office/officeart/2005/8/layout/list1"/>
    <dgm:cxn modelId="{99B2A96E-E3D0-4CE2-B2F2-C3F19B52652C}" type="presParOf" srcId="{0B9AFA3E-9CA1-4AF2-A378-8656098404B8}" destId="{9619C6C9-B786-4517-AFA2-7DBA38D39519}" srcOrd="21" destOrd="0" presId="urn:microsoft.com/office/officeart/2005/8/layout/list1"/>
    <dgm:cxn modelId="{D4EFD534-8A12-4289-B120-269F180F32E1}" type="presParOf" srcId="{0B9AFA3E-9CA1-4AF2-A378-8656098404B8}" destId="{F34E311C-B988-45B4-A8A1-FC822DF61A79}" srcOrd="22" destOrd="0" presId="urn:microsoft.com/office/officeart/2005/8/layout/list1"/>
    <dgm:cxn modelId="{05B8D63E-E500-4ED3-B245-5834644F1429}" type="presParOf" srcId="{0B9AFA3E-9CA1-4AF2-A378-8656098404B8}" destId="{AA2A5B17-8E9B-4DC0-882D-5552A2AB63C3}" srcOrd="23" destOrd="0" presId="urn:microsoft.com/office/officeart/2005/8/layout/list1"/>
    <dgm:cxn modelId="{E0DD1817-7EEC-4D54-93DF-C53C0DDE0DFE}" type="presParOf" srcId="{0B9AFA3E-9CA1-4AF2-A378-8656098404B8}" destId="{9425D33C-8162-4906-BA54-F356CFD043A5}" srcOrd="24" destOrd="0" presId="urn:microsoft.com/office/officeart/2005/8/layout/list1"/>
    <dgm:cxn modelId="{6F253E7A-C918-4340-988A-EABDD68F6F85}" type="presParOf" srcId="{9425D33C-8162-4906-BA54-F356CFD043A5}" destId="{5669BE7A-E30C-4A59-B8A4-CFE08C4EC971}" srcOrd="0" destOrd="0" presId="urn:microsoft.com/office/officeart/2005/8/layout/list1"/>
    <dgm:cxn modelId="{11DF5349-C75C-4655-9DB8-769D8430B7DF}" type="presParOf" srcId="{9425D33C-8162-4906-BA54-F356CFD043A5}" destId="{61FF3B26-D87C-4A86-8D04-49A42BE505F0}" srcOrd="1" destOrd="0" presId="urn:microsoft.com/office/officeart/2005/8/layout/list1"/>
    <dgm:cxn modelId="{3776E8AC-79A0-4E36-B9BF-1A7C66BBF732}" type="presParOf" srcId="{0B9AFA3E-9CA1-4AF2-A378-8656098404B8}" destId="{A328FA66-5DE1-4ACB-898C-B2ED6BA2ED22}" srcOrd="25" destOrd="0" presId="urn:microsoft.com/office/officeart/2005/8/layout/list1"/>
    <dgm:cxn modelId="{3C3F3B7D-594F-4B36-9BED-FCBFD5FBBB61}" type="presParOf" srcId="{0B9AFA3E-9CA1-4AF2-A378-8656098404B8}" destId="{6107263D-7EF1-46BA-A90A-D8212C0C4CCA}" srcOrd="2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CEA6F00-DC37-484E-AD6E-EC54FCCF9BCC}" type="doc">
      <dgm:prSet loTypeId="urn:microsoft.com/office/officeart/2005/8/layout/vList3" loCatId="list" qsTypeId="urn:microsoft.com/office/officeart/2005/8/quickstyle/simple1" qsCatId="simple" csTypeId="urn:microsoft.com/office/officeart/2005/8/colors/colorful4" csCatId="colorful" phldr="1"/>
      <dgm:spPr/>
      <dgm:t>
        <a:bodyPr/>
        <a:lstStyle/>
        <a:p>
          <a:endParaRPr lang="en-IN"/>
        </a:p>
      </dgm:t>
    </dgm:pt>
    <dgm:pt modelId="{F76AF661-6D99-4289-82D8-4974D75BF572}">
      <dgm:prSet phldrT="[Text]" custT="1"/>
      <dgm:spPr/>
      <dgm:t>
        <a:bodyPr/>
        <a:lstStyle/>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Account &amp; repository</a:t>
          </a:r>
          <a:r>
            <a:rPr lang="en-IN" sz="1400" dirty="0">
              <a:latin typeface="Times New Roman" panose="02020603050405020304" pitchFamily="18" charset="0"/>
              <a:cs typeface="Times New Roman" panose="02020603050405020304" pitchFamily="18" charset="0"/>
            </a:rPr>
            <a:t> — created a personal GitHub account and a repository, personal-expense-tracker, “Python lab”.</a:t>
          </a:r>
          <a:endParaRPr lang="en-IN" sz="1400" dirty="0"/>
        </a:p>
      </dgm:t>
    </dgm:pt>
    <dgm:pt modelId="{221D304E-763B-4054-8DE6-D0821DCBCA8F}" type="parTrans" cxnId="{41AB41C8-B6F9-4405-B8BB-A0B48CC5AD4B}">
      <dgm:prSet/>
      <dgm:spPr/>
      <dgm:t>
        <a:bodyPr/>
        <a:lstStyle/>
        <a:p>
          <a:endParaRPr lang="en-IN" sz="2000"/>
        </a:p>
      </dgm:t>
    </dgm:pt>
    <dgm:pt modelId="{A318BCDF-54FC-491A-AC98-4C1A4CC394AC}" type="sibTrans" cxnId="{41AB41C8-B6F9-4405-B8BB-A0B48CC5AD4B}">
      <dgm:prSet/>
      <dgm:spPr/>
      <dgm:t>
        <a:bodyPr/>
        <a:lstStyle/>
        <a:p>
          <a:endParaRPr lang="en-IN" sz="2000"/>
        </a:p>
      </dgm:t>
    </dgm:pt>
    <dgm:pt modelId="{1AB51E1D-3091-433B-A083-AD228DD4C80D}">
      <dgm:prSet phldrT="[Text]" custT="1"/>
      <dgm:spPr/>
      <dgm:t>
        <a:bodyPr/>
        <a:lstStyle/>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Initial setup</a:t>
          </a:r>
          <a:r>
            <a:rPr lang="en-IN" sz="1400" dirty="0">
              <a:latin typeface="Times New Roman" panose="02020603050405020304" pitchFamily="18" charset="0"/>
              <a:cs typeface="Times New Roman" panose="02020603050405020304" pitchFamily="18" charset="0"/>
            </a:rPr>
            <a:t> — added README.md (problem statement + objectives) and a .</a:t>
          </a:r>
          <a:r>
            <a:rPr lang="en-IN" sz="1400" dirty="0" err="1">
              <a:latin typeface="Times New Roman" panose="02020603050405020304" pitchFamily="18" charset="0"/>
              <a:cs typeface="Times New Roman" panose="02020603050405020304" pitchFamily="18" charset="0"/>
            </a:rPr>
            <a:t>gitignore</a:t>
          </a:r>
          <a:r>
            <a:rPr lang="en-IN" sz="1400" dirty="0">
              <a:latin typeface="Times New Roman" panose="02020603050405020304" pitchFamily="18" charset="0"/>
              <a:cs typeface="Times New Roman" panose="02020603050405020304" pitchFamily="18" charset="0"/>
            </a:rPr>
            <a:t> for Python.</a:t>
          </a:r>
          <a:endParaRPr lang="en-IN" sz="1400" dirty="0"/>
        </a:p>
      </dgm:t>
    </dgm:pt>
    <dgm:pt modelId="{6016A355-7BA9-4B95-9FA5-AB3AB1049BB2}" type="parTrans" cxnId="{61FEEA21-2849-4A54-B8CD-B8347042A0DB}">
      <dgm:prSet/>
      <dgm:spPr/>
      <dgm:t>
        <a:bodyPr/>
        <a:lstStyle/>
        <a:p>
          <a:endParaRPr lang="en-IN" sz="2000"/>
        </a:p>
      </dgm:t>
    </dgm:pt>
    <dgm:pt modelId="{5F51472D-3F1C-4493-A82D-B8BA7B829CEB}" type="sibTrans" cxnId="{61FEEA21-2849-4A54-B8CD-B8347042A0DB}">
      <dgm:prSet/>
      <dgm:spPr/>
      <dgm:t>
        <a:bodyPr/>
        <a:lstStyle/>
        <a:p>
          <a:endParaRPr lang="en-IN" sz="2000"/>
        </a:p>
      </dgm:t>
    </dgm:pt>
    <dgm:pt modelId="{14A2B962-DD85-4DAE-9EE0-184182828CB2}">
      <dgm:prSet phldrT="[Text]" custT="1"/>
      <dgm:spPr/>
      <dgm:t>
        <a:bodyPr/>
        <a:lstStyle/>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Uploading code</a:t>
          </a:r>
          <a:r>
            <a:rPr lang="en-IN" sz="1400" dirty="0">
              <a:latin typeface="Times New Roman" panose="02020603050405020304" pitchFamily="18" charset="0"/>
              <a:cs typeface="Times New Roman" panose="02020603050405020304" pitchFamily="18" charset="0"/>
            </a:rPr>
            <a:t> — pushed the Module 1 code (menu skeleton + working Add Transaction) as the first commit.</a:t>
          </a:r>
          <a:endParaRPr lang="en-IN" sz="1400" dirty="0"/>
        </a:p>
      </dgm:t>
    </dgm:pt>
    <dgm:pt modelId="{A2B5F7FC-963F-47DD-B80C-FFBD1216DF61}" type="parTrans" cxnId="{74450D79-3AB4-4602-B066-9A0B91E13474}">
      <dgm:prSet/>
      <dgm:spPr/>
      <dgm:t>
        <a:bodyPr/>
        <a:lstStyle/>
        <a:p>
          <a:endParaRPr lang="en-IN" sz="2000"/>
        </a:p>
      </dgm:t>
    </dgm:pt>
    <dgm:pt modelId="{1AEB941C-7823-4107-B4B4-79CB0E2D55AD}" type="sibTrans" cxnId="{74450D79-3AB4-4602-B066-9A0B91E13474}">
      <dgm:prSet/>
      <dgm:spPr/>
      <dgm:t>
        <a:bodyPr/>
        <a:lstStyle/>
        <a:p>
          <a:endParaRPr lang="en-IN" sz="2000"/>
        </a:p>
      </dgm:t>
    </dgm:pt>
    <dgm:pt modelId="{D34546E1-BDD0-4AE5-A52F-C9483686B638}">
      <dgm:prSet phldrT="[Text]" custT="1"/>
      <dgm:spPr/>
      <dgm:t>
        <a:bodyPr/>
        <a:lstStyle/>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Meaningful commits</a:t>
          </a:r>
          <a:r>
            <a:rPr lang="en-IN" sz="1400" dirty="0">
              <a:latin typeface="Times New Roman" panose="02020603050405020304" pitchFamily="18" charset="0"/>
              <a:cs typeface="Times New Roman" panose="02020603050405020304" pitchFamily="18" charset="0"/>
            </a:rPr>
            <a:t> — descriptive messages tracking real progress, e.g.: </a:t>
          </a: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"Add file initialization and menu skeleton"</a:t>
          </a: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"Implement Add Transaction with input validation"</a:t>
          </a:r>
          <a:endParaRPr lang="en-IN" sz="1400" dirty="0"/>
        </a:p>
      </dgm:t>
    </dgm:pt>
    <dgm:pt modelId="{D7DAEC2B-558E-4385-A5B9-A940A9B97A76}" type="parTrans" cxnId="{2E68A1F4-41BF-44BB-8070-6EF1297E42A8}">
      <dgm:prSet/>
      <dgm:spPr/>
      <dgm:t>
        <a:bodyPr/>
        <a:lstStyle/>
        <a:p>
          <a:endParaRPr lang="en-IN" sz="2000"/>
        </a:p>
      </dgm:t>
    </dgm:pt>
    <dgm:pt modelId="{FABBEA74-BB58-4D0F-9EA3-C74A00E46B90}" type="sibTrans" cxnId="{2E68A1F4-41BF-44BB-8070-6EF1297E42A8}">
      <dgm:prSet/>
      <dgm:spPr/>
      <dgm:t>
        <a:bodyPr/>
        <a:lstStyle/>
        <a:p>
          <a:endParaRPr lang="en-IN" sz="2000"/>
        </a:p>
      </dgm:t>
    </dgm:pt>
    <dgm:pt modelId="{842644DD-FC19-4033-AB3F-7FE837E7A468}">
      <dgm:prSet phldrT="[Text]" custT="1"/>
      <dgm:spPr/>
      <dgm:t>
        <a:bodyPr/>
        <a:lstStyle/>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Collaboration</a:t>
          </a:r>
          <a:r>
            <a:rPr lang="en-IN" sz="1400" dirty="0">
              <a:latin typeface="Times New Roman" panose="02020603050405020304" pitchFamily="18" charset="0"/>
              <a:cs typeface="Times New Roman" panose="02020603050405020304" pitchFamily="18" charset="0"/>
            </a:rPr>
            <a:t> — added mentor/instructor as a repository collaborator for review and feedback.</a:t>
          </a:r>
          <a:endParaRPr lang="en-IN" sz="1400" dirty="0"/>
        </a:p>
      </dgm:t>
    </dgm:pt>
    <dgm:pt modelId="{05A51797-E01F-4CEE-AA67-02CBE96AB8C4}" type="parTrans" cxnId="{612C950D-40E3-4E21-967E-A54AD72EF51F}">
      <dgm:prSet/>
      <dgm:spPr/>
      <dgm:t>
        <a:bodyPr/>
        <a:lstStyle/>
        <a:p>
          <a:endParaRPr lang="en-IN" sz="2000"/>
        </a:p>
      </dgm:t>
    </dgm:pt>
    <dgm:pt modelId="{20BBC10A-7175-4AF1-B52A-210ABECA0579}" type="sibTrans" cxnId="{612C950D-40E3-4E21-967E-A54AD72EF51F}">
      <dgm:prSet/>
      <dgm:spPr/>
      <dgm:t>
        <a:bodyPr/>
        <a:lstStyle/>
        <a:p>
          <a:endParaRPr lang="en-IN" sz="2000"/>
        </a:p>
      </dgm:t>
    </dgm:pt>
    <dgm:pt modelId="{75728802-022D-42D2-9D8C-94CFC1D9AA51}">
      <dgm:prSet phldrT="[Text]" custT="1"/>
      <dgm:spPr/>
      <dgm:t>
        <a:bodyPr/>
        <a:lstStyle/>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Individual contribution</a:t>
          </a:r>
          <a:r>
            <a:rPr lang="en-IN" sz="1400" dirty="0">
              <a:latin typeface="Times New Roman" panose="02020603050405020304" pitchFamily="18" charset="0"/>
              <a:cs typeface="Times New Roman" panose="02020603050405020304" pitchFamily="18" charset="0"/>
            </a:rPr>
            <a:t> — solo project: 100% of design, coding, testing, and documentation done independently.</a:t>
          </a:r>
          <a:endParaRPr lang="en-IN" sz="1400" dirty="0"/>
        </a:p>
      </dgm:t>
    </dgm:pt>
    <dgm:pt modelId="{EB5DBBB1-424E-4DF0-98D9-D21BDF570BDF}" type="parTrans" cxnId="{DD26B575-6A8C-4B8E-AE75-D83375792CAB}">
      <dgm:prSet/>
      <dgm:spPr/>
      <dgm:t>
        <a:bodyPr/>
        <a:lstStyle/>
        <a:p>
          <a:endParaRPr lang="en-IN" sz="2000"/>
        </a:p>
      </dgm:t>
    </dgm:pt>
    <dgm:pt modelId="{417BD685-073D-4787-A400-81B66B749698}" type="sibTrans" cxnId="{DD26B575-6A8C-4B8E-AE75-D83375792CAB}">
      <dgm:prSet/>
      <dgm:spPr/>
      <dgm:t>
        <a:bodyPr/>
        <a:lstStyle/>
        <a:p>
          <a:endParaRPr lang="en-IN" sz="2000"/>
        </a:p>
      </dgm:t>
    </dgm:pt>
    <dgm:pt modelId="{3E5B1918-E6DA-4AEE-A839-8E82D0E8AD14}" type="pres">
      <dgm:prSet presAssocID="{3CEA6F00-DC37-484E-AD6E-EC54FCCF9BCC}" presName="linearFlow" presStyleCnt="0">
        <dgm:presLayoutVars>
          <dgm:dir/>
          <dgm:resizeHandles val="exact"/>
        </dgm:presLayoutVars>
      </dgm:prSet>
      <dgm:spPr/>
    </dgm:pt>
    <dgm:pt modelId="{147776E4-4572-4D40-90BA-D4F073000240}" type="pres">
      <dgm:prSet presAssocID="{F76AF661-6D99-4289-82D8-4974D75BF572}" presName="composite" presStyleCnt="0"/>
      <dgm:spPr/>
    </dgm:pt>
    <dgm:pt modelId="{D71EDE19-7551-4E50-9DC3-793E1D977263}" type="pres">
      <dgm:prSet presAssocID="{F76AF661-6D99-4289-82D8-4974D75BF572}" presName="imgShp" presStyleLbl="fgImgPlace1" presStyleIdx="0" presStyleCnt="6"/>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Bullseye with solid fill"/>
        </a:ext>
      </dgm:extLst>
    </dgm:pt>
    <dgm:pt modelId="{5F2D6FDD-9B8B-4F39-908F-E2C3FEDD2AA9}" type="pres">
      <dgm:prSet presAssocID="{F76AF661-6D99-4289-82D8-4974D75BF572}" presName="txShp" presStyleLbl="node1" presStyleIdx="0" presStyleCnt="6">
        <dgm:presLayoutVars>
          <dgm:bulletEnabled val="1"/>
        </dgm:presLayoutVars>
      </dgm:prSet>
      <dgm:spPr/>
    </dgm:pt>
    <dgm:pt modelId="{E44F4616-9A4A-42D2-8BF2-DF99A400ACE5}" type="pres">
      <dgm:prSet presAssocID="{A318BCDF-54FC-491A-AC98-4C1A4CC394AC}" presName="spacing" presStyleCnt="0"/>
      <dgm:spPr/>
    </dgm:pt>
    <dgm:pt modelId="{FA450C4C-BDBA-40C7-A4B6-4C599F53277E}" type="pres">
      <dgm:prSet presAssocID="{1AB51E1D-3091-433B-A083-AD228DD4C80D}" presName="composite" presStyleCnt="0"/>
      <dgm:spPr/>
    </dgm:pt>
    <dgm:pt modelId="{C9EF3614-71EF-4E14-8A42-BE94F03BFE82}" type="pres">
      <dgm:prSet presAssocID="{1AB51E1D-3091-433B-A083-AD228DD4C80D}" presName="imgShp" presStyleLbl="fgImgPlace1" presStyleIdx="1" presStyleCnt="6"/>
      <dgm:spPr>
        <a:blipFill rotWithShape="1">
          <a:blip xmlns:r="http://schemas.openxmlformats.org/officeDocument/2006/relationships" r:embed="rId2"/>
          <a:srcRect/>
          <a:stretch>
            <a:fillRect/>
          </a:stretch>
        </a:blipFill>
      </dgm:spPr>
    </dgm:pt>
    <dgm:pt modelId="{7F1C8EDF-DC2C-4169-BF38-022811A199B9}" type="pres">
      <dgm:prSet presAssocID="{1AB51E1D-3091-433B-A083-AD228DD4C80D}" presName="txShp" presStyleLbl="node1" presStyleIdx="1" presStyleCnt="6">
        <dgm:presLayoutVars>
          <dgm:bulletEnabled val="1"/>
        </dgm:presLayoutVars>
      </dgm:prSet>
      <dgm:spPr/>
    </dgm:pt>
    <dgm:pt modelId="{DC0BFBEB-F5A4-4E44-89A0-AD33E3E95724}" type="pres">
      <dgm:prSet presAssocID="{5F51472D-3F1C-4493-A82D-B8BA7B829CEB}" presName="spacing" presStyleCnt="0"/>
      <dgm:spPr/>
    </dgm:pt>
    <dgm:pt modelId="{A58B81E9-8121-42B9-9D11-0CDF4F843BDE}" type="pres">
      <dgm:prSet presAssocID="{14A2B962-DD85-4DAE-9EE0-184182828CB2}" presName="composite" presStyleCnt="0"/>
      <dgm:spPr/>
    </dgm:pt>
    <dgm:pt modelId="{EDF8C5A1-9516-47C7-A1AB-69DEAB9DC093}" type="pres">
      <dgm:prSet presAssocID="{14A2B962-DD85-4DAE-9EE0-184182828CB2}" presName="imgShp" presStyleLbl="fgImgPlace1" presStyleIdx="2" presStyleCnt="6"/>
      <dgm:spPr>
        <a:blipFill rotWithShape="1">
          <a:blip xmlns:r="http://schemas.openxmlformats.org/officeDocument/2006/relationships" r:embed="rId2"/>
          <a:srcRect/>
          <a:stretch>
            <a:fillRect/>
          </a:stretch>
        </a:blipFill>
      </dgm:spPr>
    </dgm:pt>
    <dgm:pt modelId="{A1C6AE2F-8352-482B-B320-6CCE11BDB480}" type="pres">
      <dgm:prSet presAssocID="{14A2B962-DD85-4DAE-9EE0-184182828CB2}" presName="txShp" presStyleLbl="node1" presStyleIdx="2" presStyleCnt="6">
        <dgm:presLayoutVars>
          <dgm:bulletEnabled val="1"/>
        </dgm:presLayoutVars>
      </dgm:prSet>
      <dgm:spPr/>
    </dgm:pt>
    <dgm:pt modelId="{A4EBB94D-D536-4979-996C-6D76CCF0929B}" type="pres">
      <dgm:prSet presAssocID="{1AEB941C-7823-4107-B4B4-79CB0E2D55AD}" presName="spacing" presStyleCnt="0"/>
      <dgm:spPr/>
    </dgm:pt>
    <dgm:pt modelId="{BE0817D7-A004-4FF3-A120-8C64D9E18368}" type="pres">
      <dgm:prSet presAssocID="{D34546E1-BDD0-4AE5-A52F-C9483686B638}" presName="composite" presStyleCnt="0"/>
      <dgm:spPr/>
    </dgm:pt>
    <dgm:pt modelId="{A56E564E-89B3-46C3-9627-BEB7ABF54634}" type="pres">
      <dgm:prSet presAssocID="{D34546E1-BDD0-4AE5-A52F-C9483686B638}" presName="imgShp" presStyleLbl="fgImgPlace1" presStyleIdx="3" presStyleCnt="6"/>
      <dgm:spPr>
        <a:blipFill rotWithShape="1">
          <a:blip xmlns:r="http://schemas.openxmlformats.org/officeDocument/2006/relationships" r:embed="rId2"/>
          <a:srcRect/>
          <a:stretch>
            <a:fillRect/>
          </a:stretch>
        </a:blipFill>
      </dgm:spPr>
    </dgm:pt>
    <dgm:pt modelId="{CBA5EC83-AAC2-49F4-95F1-6FB13452F1CA}" type="pres">
      <dgm:prSet presAssocID="{D34546E1-BDD0-4AE5-A52F-C9483686B638}" presName="txShp" presStyleLbl="node1" presStyleIdx="3" presStyleCnt="6">
        <dgm:presLayoutVars>
          <dgm:bulletEnabled val="1"/>
        </dgm:presLayoutVars>
      </dgm:prSet>
      <dgm:spPr/>
    </dgm:pt>
    <dgm:pt modelId="{A238624B-A659-4F0E-8A83-A584E5229D59}" type="pres">
      <dgm:prSet presAssocID="{FABBEA74-BB58-4D0F-9EA3-C74A00E46B90}" presName="spacing" presStyleCnt="0"/>
      <dgm:spPr/>
    </dgm:pt>
    <dgm:pt modelId="{75D32C01-F4D9-4BB8-A1D4-FDEEAAF2A600}" type="pres">
      <dgm:prSet presAssocID="{842644DD-FC19-4033-AB3F-7FE837E7A468}" presName="composite" presStyleCnt="0"/>
      <dgm:spPr/>
    </dgm:pt>
    <dgm:pt modelId="{3EA595BE-3E2B-4F03-B87F-FFB79D29D1A6}" type="pres">
      <dgm:prSet presAssocID="{842644DD-FC19-4033-AB3F-7FE837E7A468}" presName="imgShp" presStyleLbl="fgImgPlace1" presStyleIdx="4" presStyleCnt="6"/>
      <dgm:spPr>
        <a:blipFill rotWithShape="1">
          <a:blip xmlns:r="http://schemas.openxmlformats.org/officeDocument/2006/relationships" r:embed="rId2"/>
          <a:srcRect/>
          <a:stretch>
            <a:fillRect/>
          </a:stretch>
        </a:blipFill>
      </dgm:spPr>
    </dgm:pt>
    <dgm:pt modelId="{3BB0620A-12B7-4CE6-9A35-72ABA67ACAEB}" type="pres">
      <dgm:prSet presAssocID="{842644DD-FC19-4033-AB3F-7FE837E7A468}" presName="txShp" presStyleLbl="node1" presStyleIdx="4" presStyleCnt="6">
        <dgm:presLayoutVars>
          <dgm:bulletEnabled val="1"/>
        </dgm:presLayoutVars>
      </dgm:prSet>
      <dgm:spPr/>
    </dgm:pt>
    <dgm:pt modelId="{CF5C75B9-BECF-4BD1-BC54-3A7AD8D60A46}" type="pres">
      <dgm:prSet presAssocID="{20BBC10A-7175-4AF1-B52A-210ABECA0579}" presName="spacing" presStyleCnt="0"/>
      <dgm:spPr/>
    </dgm:pt>
    <dgm:pt modelId="{ADF45CA7-E926-40B6-B69C-0968399B2401}" type="pres">
      <dgm:prSet presAssocID="{75728802-022D-42D2-9D8C-94CFC1D9AA51}" presName="composite" presStyleCnt="0"/>
      <dgm:spPr/>
    </dgm:pt>
    <dgm:pt modelId="{B23B648B-9569-4FA2-B84E-46FD11E54912}" type="pres">
      <dgm:prSet presAssocID="{75728802-022D-42D2-9D8C-94CFC1D9AA51}" presName="imgShp" presStyleLbl="fgImgPlace1" presStyleIdx="5" presStyleCnt="6"/>
      <dgm:spPr>
        <a:blipFill rotWithShape="1">
          <a:blip xmlns:r="http://schemas.openxmlformats.org/officeDocument/2006/relationships" r:embed="rId2"/>
          <a:srcRect/>
          <a:stretch>
            <a:fillRect/>
          </a:stretch>
        </a:blipFill>
      </dgm:spPr>
    </dgm:pt>
    <dgm:pt modelId="{D9526DC7-6F71-4569-A269-6521027044AF}" type="pres">
      <dgm:prSet presAssocID="{75728802-022D-42D2-9D8C-94CFC1D9AA51}" presName="txShp" presStyleLbl="node1" presStyleIdx="5" presStyleCnt="6">
        <dgm:presLayoutVars>
          <dgm:bulletEnabled val="1"/>
        </dgm:presLayoutVars>
      </dgm:prSet>
      <dgm:spPr/>
    </dgm:pt>
  </dgm:ptLst>
  <dgm:cxnLst>
    <dgm:cxn modelId="{612C950D-40E3-4E21-967E-A54AD72EF51F}" srcId="{3CEA6F00-DC37-484E-AD6E-EC54FCCF9BCC}" destId="{842644DD-FC19-4033-AB3F-7FE837E7A468}" srcOrd="4" destOrd="0" parTransId="{05A51797-E01F-4CEE-AA67-02CBE96AB8C4}" sibTransId="{20BBC10A-7175-4AF1-B52A-210ABECA0579}"/>
    <dgm:cxn modelId="{61FEEA21-2849-4A54-B8CD-B8347042A0DB}" srcId="{3CEA6F00-DC37-484E-AD6E-EC54FCCF9BCC}" destId="{1AB51E1D-3091-433B-A083-AD228DD4C80D}" srcOrd="1" destOrd="0" parTransId="{6016A355-7BA9-4B95-9FA5-AB3AB1049BB2}" sibTransId="{5F51472D-3F1C-4493-A82D-B8BA7B829CEB}"/>
    <dgm:cxn modelId="{14F90945-936F-47C2-A8BD-DA5D31A1AB8B}" type="presOf" srcId="{75728802-022D-42D2-9D8C-94CFC1D9AA51}" destId="{D9526DC7-6F71-4569-A269-6521027044AF}" srcOrd="0" destOrd="0" presId="urn:microsoft.com/office/officeart/2005/8/layout/vList3"/>
    <dgm:cxn modelId="{E9E02B72-6FCB-4D65-AB45-B8C20B7F7CE4}" type="presOf" srcId="{1AB51E1D-3091-433B-A083-AD228DD4C80D}" destId="{7F1C8EDF-DC2C-4169-BF38-022811A199B9}" srcOrd="0" destOrd="0" presId="urn:microsoft.com/office/officeart/2005/8/layout/vList3"/>
    <dgm:cxn modelId="{DD26B575-6A8C-4B8E-AE75-D83375792CAB}" srcId="{3CEA6F00-DC37-484E-AD6E-EC54FCCF9BCC}" destId="{75728802-022D-42D2-9D8C-94CFC1D9AA51}" srcOrd="5" destOrd="0" parTransId="{EB5DBBB1-424E-4DF0-98D9-D21BDF570BDF}" sibTransId="{417BD685-073D-4787-A400-81B66B749698}"/>
    <dgm:cxn modelId="{D611D758-B36A-4014-AFC5-79F2019DE1D5}" type="presOf" srcId="{842644DD-FC19-4033-AB3F-7FE837E7A468}" destId="{3BB0620A-12B7-4CE6-9A35-72ABA67ACAEB}" srcOrd="0" destOrd="0" presId="urn:microsoft.com/office/officeart/2005/8/layout/vList3"/>
    <dgm:cxn modelId="{74450D79-3AB4-4602-B066-9A0B91E13474}" srcId="{3CEA6F00-DC37-484E-AD6E-EC54FCCF9BCC}" destId="{14A2B962-DD85-4DAE-9EE0-184182828CB2}" srcOrd="2" destOrd="0" parTransId="{A2B5F7FC-963F-47DD-B80C-FFBD1216DF61}" sibTransId="{1AEB941C-7823-4107-B4B4-79CB0E2D55AD}"/>
    <dgm:cxn modelId="{49FEE795-45D0-4776-B60C-0E82BE995388}" type="presOf" srcId="{14A2B962-DD85-4DAE-9EE0-184182828CB2}" destId="{A1C6AE2F-8352-482B-B320-6CCE11BDB480}" srcOrd="0" destOrd="0" presId="urn:microsoft.com/office/officeart/2005/8/layout/vList3"/>
    <dgm:cxn modelId="{41AB41C8-B6F9-4405-B8BB-A0B48CC5AD4B}" srcId="{3CEA6F00-DC37-484E-AD6E-EC54FCCF9BCC}" destId="{F76AF661-6D99-4289-82D8-4974D75BF572}" srcOrd="0" destOrd="0" parTransId="{221D304E-763B-4054-8DE6-D0821DCBCA8F}" sibTransId="{A318BCDF-54FC-491A-AC98-4C1A4CC394AC}"/>
    <dgm:cxn modelId="{9DE7B6E8-7977-4F03-89C7-209E32C70E96}" type="presOf" srcId="{D34546E1-BDD0-4AE5-A52F-C9483686B638}" destId="{CBA5EC83-AAC2-49F4-95F1-6FB13452F1CA}" srcOrd="0" destOrd="0" presId="urn:microsoft.com/office/officeart/2005/8/layout/vList3"/>
    <dgm:cxn modelId="{C82719EC-BFDB-4E0C-8A5E-79A9C21F5029}" type="presOf" srcId="{3CEA6F00-DC37-484E-AD6E-EC54FCCF9BCC}" destId="{3E5B1918-E6DA-4AEE-A839-8E82D0E8AD14}" srcOrd="0" destOrd="0" presId="urn:microsoft.com/office/officeart/2005/8/layout/vList3"/>
    <dgm:cxn modelId="{1E4168EC-D7CE-468E-A473-77A2DAB318E6}" type="presOf" srcId="{F76AF661-6D99-4289-82D8-4974D75BF572}" destId="{5F2D6FDD-9B8B-4F39-908F-E2C3FEDD2AA9}" srcOrd="0" destOrd="0" presId="urn:microsoft.com/office/officeart/2005/8/layout/vList3"/>
    <dgm:cxn modelId="{2E68A1F4-41BF-44BB-8070-6EF1297E42A8}" srcId="{3CEA6F00-DC37-484E-AD6E-EC54FCCF9BCC}" destId="{D34546E1-BDD0-4AE5-A52F-C9483686B638}" srcOrd="3" destOrd="0" parTransId="{D7DAEC2B-558E-4385-A5B9-A940A9B97A76}" sibTransId="{FABBEA74-BB58-4D0F-9EA3-C74A00E46B90}"/>
    <dgm:cxn modelId="{40D260CD-66A9-4554-8BC3-F5278CCB22C3}" type="presParOf" srcId="{3E5B1918-E6DA-4AEE-A839-8E82D0E8AD14}" destId="{147776E4-4572-4D40-90BA-D4F073000240}" srcOrd="0" destOrd="0" presId="urn:microsoft.com/office/officeart/2005/8/layout/vList3"/>
    <dgm:cxn modelId="{D79C4B66-61DB-4D8C-B7B8-FC278DA13CEA}" type="presParOf" srcId="{147776E4-4572-4D40-90BA-D4F073000240}" destId="{D71EDE19-7551-4E50-9DC3-793E1D977263}" srcOrd="0" destOrd="0" presId="urn:microsoft.com/office/officeart/2005/8/layout/vList3"/>
    <dgm:cxn modelId="{EF5AD3FD-2068-4264-9309-09C745F4CE55}" type="presParOf" srcId="{147776E4-4572-4D40-90BA-D4F073000240}" destId="{5F2D6FDD-9B8B-4F39-908F-E2C3FEDD2AA9}" srcOrd="1" destOrd="0" presId="urn:microsoft.com/office/officeart/2005/8/layout/vList3"/>
    <dgm:cxn modelId="{C77A2683-EDC3-49D0-B386-A6DD0474D260}" type="presParOf" srcId="{3E5B1918-E6DA-4AEE-A839-8E82D0E8AD14}" destId="{E44F4616-9A4A-42D2-8BF2-DF99A400ACE5}" srcOrd="1" destOrd="0" presId="urn:microsoft.com/office/officeart/2005/8/layout/vList3"/>
    <dgm:cxn modelId="{D7E45812-C86A-4D39-A989-C528A7274540}" type="presParOf" srcId="{3E5B1918-E6DA-4AEE-A839-8E82D0E8AD14}" destId="{FA450C4C-BDBA-40C7-A4B6-4C599F53277E}" srcOrd="2" destOrd="0" presId="urn:microsoft.com/office/officeart/2005/8/layout/vList3"/>
    <dgm:cxn modelId="{0138DF69-1D17-41E2-9759-8EB365AB05AF}" type="presParOf" srcId="{FA450C4C-BDBA-40C7-A4B6-4C599F53277E}" destId="{C9EF3614-71EF-4E14-8A42-BE94F03BFE82}" srcOrd="0" destOrd="0" presId="urn:microsoft.com/office/officeart/2005/8/layout/vList3"/>
    <dgm:cxn modelId="{3115C20F-4294-46AB-9BEC-F16EF9D1ECF1}" type="presParOf" srcId="{FA450C4C-BDBA-40C7-A4B6-4C599F53277E}" destId="{7F1C8EDF-DC2C-4169-BF38-022811A199B9}" srcOrd="1" destOrd="0" presId="urn:microsoft.com/office/officeart/2005/8/layout/vList3"/>
    <dgm:cxn modelId="{B01F2521-E7C5-4171-AA98-872F075B951C}" type="presParOf" srcId="{3E5B1918-E6DA-4AEE-A839-8E82D0E8AD14}" destId="{DC0BFBEB-F5A4-4E44-89A0-AD33E3E95724}" srcOrd="3" destOrd="0" presId="urn:microsoft.com/office/officeart/2005/8/layout/vList3"/>
    <dgm:cxn modelId="{BEC89609-952A-4DF9-8389-2EDEDADA30C4}" type="presParOf" srcId="{3E5B1918-E6DA-4AEE-A839-8E82D0E8AD14}" destId="{A58B81E9-8121-42B9-9D11-0CDF4F843BDE}" srcOrd="4" destOrd="0" presId="urn:microsoft.com/office/officeart/2005/8/layout/vList3"/>
    <dgm:cxn modelId="{2BE0549C-1745-4AB9-A168-420020FBB0D2}" type="presParOf" srcId="{A58B81E9-8121-42B9-9D11-0CDF4F843BDE}" destId="{EDF8C5A1-9516-47C7-A1AB-69DEAB9DC093}" srcOrd="0" destOrd="0" presId="urn:microsoft.com/office/officeart/2005/8/layout/vList3"/>
    <dgm:cxn modelId="{D9FF93C6-9EBD-479C-8536-7CA2F7EEB85F}" type="presParOf" srcId="{A58B81E9-8121-42B9-9D11-0CDF4F843BDE}" destId="{A1C6AE2F-8352-482B-B320-6CCE11BDB480}" srcOrd="1" destOrd="0" presId="urn:microsoft.com/office/officeart/2005/8/layout/vList3"/>
    <dgm:cxn modelId="{14CCD78F-F6CB-4642-AE9A-BFADBBBE2160}" type="presParOf" srcId="{3E5B1918-E6DA-4AEE-A839-8E82D0E8AD14}" destId="{A4EBB94D-D536-4979-996C-6D76CCF0929B}" srcOrd="5" destOrd="0" presId="urn:microsoft.com/office/officeart/2005/8/layout/vList3"/>
    <dgm:cxn modelId="{C4C16C0B-FF53-45BD-9580-6F2DA005A5EF}" type="presParOf" srcId="{3E5B1918-E6DA-4AEE-A839-8E82D0E8AD14}" destId="{BE0817D7-A004-4FF3-A120-8C64D9E18368}" srcOrd="6" destOrd="0" presId="urn:microsoft.com/office/officeart/2005/8/layout/vList3"/>
    <dgm:cxn modelId="{2C1F363E-910F-4532-BC1F-384B89295CE8}" type="presParOf" srcId="{BE0817D7-A004-4FF3-A120-8C64D9E18368}" destId="{A56E564E-89B3-46C3-9627-BEB7ABF54634}" srcOrd="0" destOrd="0" presId="urn:microsoft.com/office/officeart/2005/8/layout/vList3"/>
    <dgm:cxn modelId="{33B24646-1211-4414-9382-037E1D072FD0}" type="presParOf" srcId="{BE0817D7-A004-4FF3-A120-8C64D9E18368}" destId="{CBA5EC83-AAC2-49F4-95F1-6FB13452F1CA}" srcOrd="1" destOrd="0" presId="urn:microsoft.com/office/officeart/2005/8/layout/vList3"/>
    <dgm:cxn modelId="{E582EB75-C8EC-43DE-AACC-F061F373C695}" type="presParOf" srcId="{3E5B1918-E6DA-4AEE-A839-8E82D0E8AD14}" destId="{A238624B-A659-4F0E-8A83-A584E5229D59}" srcOrd="7" destOrd="0" presId="urn:microsoft.com/office/officeart/2005/8/layout/vList3"/>
    <dgm:cxn modelId="{CE9AD162-05B6-4C39-9036-1104B3454C9C}" type="presParOf" srcId="{3E5B1918-E6DA-4AEE-A839-8E82D0E8AD14}" destId="{75D32C01-F4D9-4BB8-A1D4-FDEEAAF2A600}" srcOrd="8" destOrd="0" presId="urn:microsoft.com/office/officeart/2005/8/layout/vList3"/>
    <dgm:cxn modelId="{B6F55D92-F6B5-445E-BBF5-B2EBE15F06FE}" type="presParOf" srcId="{75D32C01-F4D9-4BB8-A1D4-FDEEAAF2A600}" destId="{3EA595BE-3E2B-4F03-B87F-FFB79D29D1A6}" srcOrd="0" destOrd="0" presId="urn:microsoft.com/office/officeart/2005/8/layout/vList3"/>
    <dgm:cxn modelId="{D637E258-3B6A-43CA-A05D-7656A64485D1}" type="presParOf" srcId="{75D32C01-F4D9-4BB8-A1D4-FDEEAAF2A600}" destId="{3BB0620A-12B7-4CE6-9A35-72ABA67ACAEB}" srcOrd="1" destOrd="0" presId="urn:microsoft.com/office/officeart/2005/8/layout/vList3"/>
    <dgm:cxn modelId="{879A3DAB-C178-4F3A-9AEC-A47FDEEBAEB1}" type="presParOf" srcId="{3E5B1918-E6DA-4AEE-A839-8E82D0E8AD14}" destId="{CF5C75B9-BECF-4BD1-BC54-3A7AD8D60A46}" srcOrd="9" destOrd="0" presId="urn:microsoft.com/office/officeart/2005/8/layout/vList3"/>
    <dgm:cxn modelId="{5D27D6EB-9235-453C-AAB3-D3269310BEAE}" type="presParOf" srcId="{3E5B1918-E6DA-4AEE-A839-8E82D0E8AD14}" destId="{ADF45CA7-E926-40B6-B69C-0968399B2401}" srcOrd="10" destOrd="0" presId="urn:microsoft.com/office/officeart/2005/8/layout/vList3"/>
    <dgm:cxn modelId="{FF45F9E0-3391-4972-96C8-B6D58B053271}" type="presParOf" srcId="{ADF45CA7-E926-40B6-B69C-0968399B2401}" destId="{B23B648B-9569-4FA2-B84E-46FD11E54912}" srcOrd="0" destOrd="0" presId="urn:microsoft.com/office/officeart/2005/8/layout/vList3"/>
    <dgm:cxn modelId="{BDCC9DF4-BF9B-41FA-B297-4D6BD30E71D8}" type="presParOf" srcId="{ADF45CA7-E926-40B6-B69C-0968399B2401}" destId="{D9526DC7-6F71-4569-A269-6521027044AF}"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465C4-18FB-40E0-B28F-89ED44C851F0}">
      <dsp:nvSpPr>
        <dsp:cNvPr id="0" name=""/>
        <dsp:cNvSpPr/>
      </dsp:nvSpPr>
      <dsp:spPr>
        <a:xfrm>
          <a:off x="0" y="2717"/>
          <a:ext cx="7638473"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32389E-26E1-4FD1-BC17-EE5254624AE4}">
      <dsp:nvSpPr>
        <dsp:cNvPr id="0" name=""/>
        <dsp:cNvSpPr/>
      </dsp:nvSpPr>
      <dsp:spPr>
        <a:xfrm>
          <a:off x="0" y="2717"/>
          <a:ext cx="1527694" cy="5559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Font typeface="Arial" panose="020B0604020202020204" pitchFamily="34" charset="0"/>
            <a:buNone/>
          </a:pPr>
          <a:r>
            <a:rPr lang="en-US" sz="2400" kern="1200" dirty="0">
              <a:latin typeface="Times New Roman" panose="02020603050405020304" pitchFamily="18" charset="0"/>
              <a:cs typeface="Times New Roman" panose="02020603050405020304" pitchFamily="18" charset="0"/>
            </a:rPr>
            <a:t>Start the program</a:t>
          </a:r>
          <a:endParaRPr lang="en-IN" sz="1800" kern="1200" dirty="0">
            <a:latin typeface="Times New Roman" panose="02020603050405020304" pitchFamily="18" charset="0"/>
            <a:cs typeface="Times New Roman" panose="02020603050405020304" pitchFamily="18" charset="0"/>
          </a:endParaRPr>
        </a:p>
      </dsp:txBody>
      <dsp:txXfrm>
        <a:off x="0" y="2717"/>
        <a:ext cx="1527694" cy="5559383"/>
      </dsp:txXfrm>
    </dsp:sp>
    <dsp:sp modelId="{BF14628F-F3C4-4B5C-9811-8A53C50CEAB5}">
      <dsp:nvSpPr>
        <dsp:cNvPr id="0" name=""/>
        <dsp:cNvSpPr/>
      </dsp:nvSpPr>
      <dsp:spPr>
        <a:xfrm>
          <a:off x="1642271" y="17562"/>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Check whether the expense file (expenses.csv) already exists.</a:t>
          </a:r>
          <a:endParaRPr lang="en-IN" sz="1400" kern="1200" dirty="0">
            <a:latin typeface="Times New Roman" panose="02020603050405020304" pitchFamily="18" charset="0"/>
            <a:cs typeface="Times New Roman" panose="02020603050405020304" pitchFamily="18" charset="0"/>
          </a:endParaRPr>
        </a:p>
      </dsp:txBody>
      <dsp:txXfrm>
        <a:off x="1642271" y="17562"/>
        <a:ext cx="5996201" cy="296903"/>
      </dsp:txXfrm>
    </dsp:sp>
    <dsp:sp modelId="{64C57B58-D45B-4F55-85B3-A59489BEB70B}">
      <dsp:nvSpPr>
        <dsp:cNvPr id="0" name=""/>
        <dsp:cNvSpPr/>
      </dsp:nvSpPr>
      <dsp:spPr>
        <a:xfrm>
          <a:off x="1527694" y="314465"/>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DFD20D3-0637-4222-A7E5-6727C6FE0E4D}">
      <dsp:nvSpPr>
        <dsp:cNvPr id="0" name=""/>
        <dsp:cNvSpPr/>
      </dsp:nvSpPr>
      <dsp:spPr>
        <a:xfrm>
          <a:off x="1642271" y="329310"/>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If it doesn't, create it and add column headings: Date, Type, Category, Amount.</a:t>
          </a:r>
          <a:endParaRPr lang="en-IN" sz="1400" kern="1200" dirty="0">
            <a:latin typeface="Times New Roman" panose="02020603050405020304" pitchFamily="18" charset="0"/>
            <a:cs typeface="Times New Roman" panose="02020603050405020304" pitchFamily="18" charset="0"/>
          </a:endParaRPr>
        </a:p>
      </dsp:txBody>
      <dsp:txXfrm>
        <a:off x="1642271" y="329310"/>
        <a:ext cx="5996201" cy="296903"/>
      </dsp:txXfrm>
    </dsp:sp>
    <dsp:sp modelId="{FBB45308-4008-4CD9-998A-40658474DACA}">
      <dsp:nvSpPr>
        <dsp:cNvPr id="0" name=""/>
        <dsp:cNvSpPr/>
      </dsp:nvSpPr>
      <dsp:spPr>
        <a:xfrm>
          <a:off x="1527694" y="626213"/>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4EE17FB-80DC-4365-9A32-FC53FEECB992}">
      <dsp:nvSpPr>
        <dsp:cNvPr id="0" name=""/>
        <dsp:cNvSpPr/>
      </dsp:nvSpPr>
      <dsp:spPr>
        <a:xfrm>
          <a:off x="1642271" y="641058"/>
          <a:ext cx="5996201" cy="4586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Show the main menu on the screen with all the options: Add Transaction, View, Update, Delete, Reports, and Exit.</a:t>
          </a:r>
          <a:endParaRPr lang="en-IN" sz="1400" kern="1200" dirty="0">
            <a:latin typeface="Times New Roman" panose="02020603050405020304" pitchFamily="18" charset="0"/>
            <a:cs typeface="Times New Roman" panose="02020603050405020304" pitchFamily="18" charset="0"/>
          </a:endParaRPr>
        </a:p>
      </dsp:txBody>
      <dsp:txXfrm>
        <a:off x="1642271" y="641058"/>
        <a:ext cx="5996201" cy="458617"/>
      </dsp:txXfrm>
    </dsp:sp>
    <dsp:sp modelId="{67ACBFDA-095A-48F2-A550-0BFCC7BAD85B}">
      <dsp:nvSpPr>
        <dsp:cNvPr id="0" name=""/>
        <dsp:cNvSpPr/>
      </dsp:nvSpPr>
      <dsp:spPr>
        <a:xfrm>
          <a:off x="1527694" y="1099676"/>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AAE8161-B36A-496E-9AC9-51B20D032A9E}">
      <dsp:nvSpPr>
        <dsp:cNvPr id="0" name=""/>
        <dsp:cNvSpPr/>
      </dsp:nvSpPr>
      <dsp:spPr>
        <a:xfrm>
          <a:off x="1642271" y="1114521"/>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Ask the user to enter their choice.</a:t>
          </a:r>
          <a:endParaRPr lang="en-IN" sz="1400" kern="1200" dirty="0">
            <a:latin typeface="Times New Roman" panose="02020603050405020304" pitchFamily="18" charset="0"/>
            <a:cs typeface="Times New Roman" panose="02020603050405020304" pitchFamily="18" charset="0"/>
          </a:endParaRPr>
        </a:p>
      </dsp:txBody>
      <dsp:txXfrm>
        <a:off x="1642271" y="1114521"/>
        <a:ext cx="5996201" cy="296903"/>
      </dsp:txXfrm>
    </dsp:sp>
    <dsp:sp modelId="{0AD08757-B814-4DBA-8288-3D43C3A32F5C}">
      <dsp:nvSpPr>
        <dsp:cNvPr id="0" name=""/>
        <dsp:cNvSpPr/>
      </dsp:nvSpPr>
      <dsp:spPr>
        <a:xfrm>
          <a:off x="1527694" y="1411424"/>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2AC64C8-24AD-4DD0-A88D-439D3E6C6F79}">
      <dsp:nvSpPr>
        <dsp:cNvPr id="0" name=""/>
        <dsp:cNvSpPr/>
      </dsp:nvSpPr>
      <dsp:spPr>
        <a:xfrm>
          <a:off x="1642271" y="1426269"/>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If the user chooses Add Transaction:</a:t>
          </a:r>
          <a:endParaRPr lang="en-IN" sz="1400" kern="1200" dirty="0">
            <a:latin typeface="Times New Roman" panose="02020603050405020304" pitchFamily="18" charset="0"/>
            <a:cs typeface="Times New Roman" panose="02020603050405020304" pitchFamily="18" charset="0"/>
          </a:endParaRPr>
        </a:p>
      </dsp:txBody>
      <dsp:txXfrm>
        <a:off x="1642271" y="1426269"/>
        <a:ext cx="5996201" cy="296903"/>
      </dsp:txXfrm>
    </dsp:sp>
    <dsp:sp modelId="{5043259B-9355-4CB5-8DE1-548F60571D3B}">
      <dsp:nvSpPr>
        <dsp:cNvPr id="0" name=""/>
        <dsp:cNvSpPr/>
      </dsp:nvSpPr>
      <dsp:spPr>
        <a:xfrm>
          <a:off x="1527694" y="1723172"/>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B204AB1-2845-4B5D-A574-9347D749F46A}">
      <dsp:nvSpPr>
        <dsp:cNvPr id="0" name=""/>
        <dsp:cNvSpPr/>
      </dsp:nvSpPr>
      <dsp:spPr>
        <a:xfrm>
          <a:off x="1642271" y="1738017"/>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Ask for the date, type (income or expense), category, and amount.</a:t>
          </a:r>
          <a:endParaRPr lang="en-IN" sz="1400" kern="1200" dirty="0">
            <a:latin typeface="Times New Roman" panose="02020603050405020304" pitchFamily="18" charset="0"/>
            <a:cs typeface="Times New Roman" panose="02020603050405020304" pitchFamily="18" charset="0"/>
          </a:endParaRPr>
        </a:p>
      </dsp:txBody>
      <dsp:txXfrm>
        <a:off x="1642271" y="1738017"/>
        <a:ext cx="5996201" cy="296903"/>
      </dsp:txXfrm>
    </dsp:sp>
    <dsp:sp modelId="{52D4FA80-42E8-4447-9673-9EDAB691630A}">
      <dsp:nvSpPr>
        <dsp:cNvPr id="0" name=""/>
        <dsp:cNvSpPr/>
      </dsp:nvSpPr>
      <dsp:spPr>
        <a:xfrm>
          <a:off x="1527694" y="2034921"/>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9ECDED7-5521-4E0B-8BF3-D719597053E7}">
      <dsp:nvSpPr>
        <dsp:cNvPr id="0" name=""/>
        <dsp:cNvSpPr/>
      </dsp:nvSpPr>
      <dsp:spPr>
        <a:xfrm>
          <a:off x="1642271" y="2049766"/>
          <a:ext cx="5996201" cy="536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Check that everything was entered correctly — the date is in the right format, the amount is a positive number, and the type is either "Income" or "Expense."</a:t>
          </a:r>
          <a:endParaRPr lang="en-IN" sz="1400" kern="1200" dirty="0">
            <a:latin typeface="Times New Roman" panose="02020603050405020304" pitchFamily="18" charset="0"/>
            <a:cs typeface="Times New Roman" panose="02020603050405020304" pitchFamily="18" charset="0"/>
          </a:endParaRPr>
        </a:p>
      </dsp:txBody>
      <dsp:txXfrm>
        <a:off x="1642271" y="2049766"/>
        <a:ext cx="5996201" cy="536880"/>
      </dsp:txXfrm>
    </dsp:sp>
    <dsp:sp modelId="{6EB75B8E-9088-4D89-9A8F-7B9653FD3AA0}">
      <dsp:nvSpPr>
        <dsp:cNvPr id="0" name=""/>
        <dsp:cNvSpPr/>
      </dsp:nvSpPr>
      <dsp:spPr>
        <a:xfrm>
          <a:off x="1527694" y="2586647"/>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7054301-83B5-4B1A-AF5D-E7998448F7FB}">
      <dsp:nvSpPr>
        <dsp:cNvPr id="0" name=""/>
        <dsp:cNvSpPr/>
      </dsp:nvSpPr>
      <dsp:spPr>
        <a:xfrm>
          <a:off x="1642271" y="2601492"/>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If something is wrong, tell the user what's wrong and ask them to enter it again.</a:t>
          </a:r>
          <a:endParaRPr lang="en-IN" sz="1400" kern="1200" dirty="0">
            <a:latin typeface="Times New Roman" panose="02020603050405020304" pitchFamily="18" charset="0"/>
            <a:cs typeface="Times New Roman" panose="02020603050405020304" pitchFamily="18" charset="0"/>
          </a:endParaRPr>
        </a:p>
      </dsp:txBody>
      <dsp:txXfrm>
        <a:off x="1642271" y="2601492"/>
        <a:ext cx="5996201" cy="296903"/>
      </dsp:txXfrm>
    </dsp:sp>
    <dsp:sp modelId="{100417DD-30BD-4B81-AFCE-EFDB5D2AE27A}">
      <dsp:nvSpPr>
        <dsp:cNvPr id="0" name=""/>
        <dsp:cNvSpPr/>
      </dsp:nvSpPr>
      <dsp:spPr>
        <a:xfrm>
          <a:off x="1527694" y="2898395"/>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0FF1AC0-1162-46A6-AA1C-6A3CE2964355}">
      <dsp:nvSpPr>
        <dsp:cNvPr id="0" name=""/>
        <dsp:cNvSpPr/>
      </dsp:nvSpPr>
      <dsp:spPr>
        <a:xfrm>
          <a:off x="1642271" y="2913240"/>
          <a:ext cx="5996201" cy="528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Once everything checks out, save this new entry into the file and show a "Transaction added successfully" message.</a:t>
          </a:r>
          <a:endParaRPr lang="en-IN" sz="1400" kern="1200" dirty="0">
            <a:latin typeface="Times New Roman" panose="02020603050405020304" pitchFamily="18" charset="0"/>
            <a:cs typeface="Times New Roman" panose="02020603050405020304" pitchFamily="18" charset="0"/>
          </a:endParaRPr>
        </a:p>
      </dsp:txBody>
      <dsp:txXfrm>
        <a:off x="1642271" y="2913240"/>
        <a:ext cx="5996201" cy="528941"/>
      </dsp:txXfrm>
    </dsp:sp>
    <dsp:sp modelId="{9D2ECC15-7A75-43F9-8A41-A1B3BBDA98F4}">
      <dsp:nvSpPr>
        <dsp:cNvPr id="0" name=""/>
        <dsp:cNvSpPr/>
      </dsp:nvSpPr>
      <dsp:spPr>
        <a:xfrm>
          <a:off x="1527694" y="3442182"/>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AFED8DE-C95D-42F1-8F90-0DA00E97D1FF}">
      <dsp:nvSpPr>
        <dsp:cNvPr id="0" name=""/>
        <dsp:cNvSpPr/>
      </dsp:nvSpPr>
      <dsp:spPr>
        <a:xfrm>
          <a:off x="1642271" y="3457027"/>
          <a:ext cx="5996201" cy="5432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If the user picks View, Update, Delete, or Reports, show a message saying that feature is coming in the next stage of the project.</a:t>
          </a:r>
          <a:endParaRPr lang="en-IN" sz="1400" kern="1200" dirty="0">
            <a:latin typeface="Times New Roman" panose="02020603050405020304" pitchFamily="18" charset="0"/>
            <a:cs typeface="Times New Roman" panose="02020603050405020304" pitchFamily="18" charset="0"/>
          </a:endParaRPr>
        </a:p>
      </dsp:txBody>
      <dsp:txXfrm>
        <a:off x="1642271" y="3457027"/>
        <a:ext cx="5996201" cy="543297"/>
      </dsp:txXfrm>
    </dsp:sp>
    <dsp:sp modelId="{F9E2361C-D0FD-4CC4-BB1E-028721CCDC86}">
      <dsp:nvSpPr>
        <dsp:cNvPr id="0" name=""/>
        <dsp:cNvSpPr/>
      </dsp:nvSpPr>
      <dsp:spPr>
        <a:xfrm>
          <a:off x="1527694" y="4017184"/>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DD5B13E-F569-4D26-BEAB-65EB00E272A8}">
      <dsp:nvSpPr>
        <dsp:cNvPr id="0" name=""/>
        <dsp:cNvSpPr/>
      </dsp:nvSpPr>
      <dsp:spPr>
        <a:xfrm>
          <a:off x="1642271" y="4015169"/>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If the user chooses Exit, save everything and close the program.</a:t>
          </a:r>
          <a:endParaRPr lang="en-IN" sz="1400" kern="1200" dirty="0">
            <a:latin typeface="Times New Roman" panose="02020603050405020304" pitchFamily="18" charset="0"/>
            <a:cs typeface="Times New Roman" panose="02020603050405020304" pitchFamily="18" charset="0"/>
          </a:endParaRPr>
        </a:p>
      </dsp:txBody>
      <dsp:txXfrm>
        <a:off x="1642271" y="4015169"/>
        <a:ext cx="5996201" cy="296903"/>
      </dsp:txXfrm>
    </dsp:sp>
    <dsp:sp modelId="{902D34B0-FD59-4DFF-AFF1-173331A182B4}">
      <dsp:nvSpPr>
        <dsp:cNvPr id="0" name=""/>
        <dsp:cNvSpPr/>
      </dsp:nvSpPr>
      <dsp:spPr>
        <a:xfrm>
          <a:off x="1527694" y="4312072"/>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86CD457-B699-4036-A11A-7A316A21F8E5}">
      <dsp:nvSpPr>
        <dsp:cNvPr id="0" name=""/>
        <dsp:cNvSpPr/>
      </dsp:nvSpPr>
      <dsp:spPr>
        <a:xfrm>
          <a:off x="1642271" y="4326918"/>
          <a:ext cx="5996201" cy="5911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If the user enters something that isn't a valid option, show an error and bring the menu back up.</a:t>
          </a:r>
          <a:endParaRPr lang="en-IN" sz="1400" kern="1200" dirty="0">
            <a:latin typeface="Times New Roman" panose="02020603050405020304" pitchFamily="18" charset="0"/>
            <a:cs typeface="Times New Roman" panose="02020603050405020304" pitchFamily="18" charset="0"/>
          </a:endParaRPr>
        </a:p>
      </dsp:txBody>
      <dsp:txXfrm>
        <a:off x="1642271" y="4326918"/>
        <a:ext cx="5996201" cy="591154"/>
      </dsp:txXfrm>
    </dsp:sp>
    <dsp:sp modelId="{7237E8CB-D770-435E-A338-A2A954FC7BAF}">
      <dsp:nvSpPr>
        <dsp:cNvPr id="0" name=""/>
        <dsp:cNvSpPr/>
      </dsp:nvSpPr>
      <dsp:spPr>
        <a:xfrm>
          <a:off x="1527694" y="4918072"/>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4B45641-6F52-4734-A303-29992C05100F}">
      <dsp:nvSpPr>
        <dsp:cNvPr id="0" name=""/>
        <dsp:cNvSpPr/>
      </dsp:nvSpPr>
      <dsp:spPr>
        <a:xfrm>
          <a:off x="1642271" y="4932918"/>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Keep repeating steps 3 to 8 until the user exits.</a:t>
          </a:r>
        </a:p>
      </dsp:txBody>
      <dsp:txXfrm>
        <a:off x="1642271" y="4932918"/>
        <a:ext cx="5996201" cy="296903"/>
      </dsp:txXfrm>
    </dsp:sp>
    <dsp:sp modelId="{532E47B9-3FD7-4203-B08D-4AA0A1E40032}">
      <dsp:nvSpPr>
        <dsp:cNvPr id="0" name=""/>
        <dsp:cNvSpPr/>
      </dsp:nvSpPr>
      <dsp:spPr>
        <a:xfrm>
          <a:off x="1527694" y="5229821"/>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733003D-DA84-4084-9323-D735EC460BF5}">
      <dsp:nvSpPr>
        <dsp:cNvPr id="0" name=""/>
        <dsp:cNvSpPr/>
      </dsp:nvSpPr>
      <dsp:spPr>
        <a:xfrm>
          <a:off x="1642271" y="5244666"/>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End</a:t>
          </a:r>
          <a:endParaRPr lang="en-IN" sz="1200" kern="1200" dirty="0">
            <a:latin typeface="Times New Roman" panose="02020603050405020304" pitchFamily="18" charset="0"/>
            <a:cs typeface="Times New Roman" panose="02020603050405020304" pitchFamily="18" charset="0"/>
          </a:endParaRPr>
        </a:p>
      </dsp:txBody>
      <dsp:txXfrm>
        <a:off x="1642271" y="5244666"/>
        <a:ext cx="5996201" cy="296903"/>
      </dsp:txXfrm>
    </dsp:sp>
    <dsp:sp modelId="{2F59D2D6-F2F7-46A5-B27B-9D507823CD7E}">
      <dsp:nvSpPr>
        <dsp:cNvPr id="0" name=""/>
        <dsp:cNvSpPr/>
      </dsp:nvSpPr>
      <dsp:spPr>
        <a:xfrm>
          <a:off x="1527694" y="5541569"/>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B184C8-6DED-4A40-AC64-77635DD30B6F}">
      <dsp:nvSpPr>
        <dsp:cNvPr id="0" name=""/>
        <dsp:cNvSpPr/>
      </dsp:nvSpPr>
      <dsp:spPr>
        <a:xfrm>
          <a:off x="0" y="262467"/>
          <a:ext cx="8046720" cy="403200"/>
        </a:xfrm>
        <a:prstGeom prst="rect">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47B28FC-54BA-4CC1-8159-749E78C54003}">
      <dsp:nvSpPr>
        <dsp:cNvPr id="0" name=""/>
        <dsp:cNvSpPr/>
      </dsp:nvSpPr>
      <dsp:spPr>
        <a:xfrm>
          <a:off x="402336" y="26307"/>
          <a:ext cx="5632704" cy="472320"/>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2903" tIns="0" rIns="212903" bIns="0" numCol="1" spcCol="1270" anchor="ctr" anchorCtr="0">
          <a:noAutofit/>
        </a:bodyPr>
        <a:lstStyle/>
        <a:p>
          <a:pPr marL="0" lvl="0" indent="0" algn="l"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csv library</a:t>
          </a:r>
          <a:r>
            <a:rPr lang="en-IN" sz="1600" kern="1200" dirty="0">
              <a:latin typeface="Times New Roman" panose="02020603050405020304" pitchFamily="18" charset="0"/>
              <a:cs typeface="Times New Roman" panose="02020603050405020304" pitchFamily="18" charset="0"/>
            </a:rPr>
            <a:t> — writes each transaction as a clean, structured row so the data can be read by Excel or Python itself.</a:t>
          </a:r>
          <a:endParaRPr lang="en-IN" sz="1600" kern="1200" dirty="0"/>
        </a:p>
      </dsp:txBody>
      <dsp:txXfrm>
        <a:off x="425393" y="49364"/>
        <a:ext cx="5586590" cy="426206"/>
      </dsp:txXfrm>
    </dsp:sp>
    <dsp:sp modelId="{F4A364E3-2093-4BFE-9078-C8807962FD8F}">
      <dsp:nvSpPr>
        <dsp:cNvPr id="0" name=""/>
        <dsp:cNvSpPr/>
      </dsp:nvSpPr>
      <dsp:spPr>
        <a:xfrm>
          <a:off x="0" y="988227"/>
          <a:ext cx="8046720" cy="403200"/>
        </a:xfrm>
        <a:prstGeom prst="rect">
          <a:avLst/>
        </a:prstGeom>
        <a:solidFill>
          <a:schemeClr val="lt1">
            <a:alpha val="90000"/>
            <a:hueOff val="0"/>
            <a:satOff val="0"/>
            <a:lumOff val="0"/>
            <a:alphaOff val="0"/>
          </a:schemeClr>
        </a:solidFill>
        <a:ln w="9525" cap="flat" cmpd="sng" algn="ctr">
          <a:solidFill>
            <a:schemeClr val="accent4">
              <a:hueOff val="-744128"/>
              <a:satOff val="4483"/>
              <a:lumOff val="359"/>
              <a:alphaOff val="0"/>
            </a:schemeClr>
          </a:solidFill>
          <a:prstDash val="solid"/>
        </a:ln>
        <a:effectLst/>
      </dsp:spPr>
      <dsp:style>
        <a:lnRef idx="1">
          <a:scrgbClr r="0" g="0" b="0"/>
        </a:lnRef>
        <a:fillRef idx="1">
          <a:scrgbClr r="0" g="0" b="0"/>
        </a:fillRef>
        <a:effectRef idx="0">
          <a:scrgbClr r="0" g="0" b="0"/>
        </a:effectRef>
        <a:fontRef idx="minor"/>
      </dsp:style>
    </dsp:sp>
    <dsp:sp modelId="{7A4D6FF1-97A1-43E9-8DFA-E8A43A35F5CB}">
      <dsp:nvSpPr>
        <dsp:cNvPr id="0" name=""/>
        <dsp:cNvSpPr/>
      </dsp:nvSpPr>
      <dsp:spPr>
        <a:xfrm>
          <a:off x="402336" y="752068"/>
          <a:ext cx="5632704" cy="472320"/>
        </a:xfrm>
        <a:prstGeom prst="roundRect">
          <a:avLst/>
        </a:prstGeom>
        <a:gradFill rotWithShape="0">
          <a:gsLst>
            <a:gs pos="0">
              <a:schemeClr val="accent4">
                <a:hueOff val="-744128"/>
                <a:satOff val="4483"/>
                <a:lumOff val="359"/>
                <a:alphaOff val="0"/>
                <a:tint val="50000"/>
                <a:satMod val="300000"/>
              </a:schemeClr>
            </a:gs>
            <a:gs pos="35000">
              <a:schemeClr val="accent4">
                <a:hueOff val="-744128"/>
                <a:satOff val="4483"/>
                <a:lumOff val="359"/>
                <a:alphaOff val="0"/>
                <a:tint val="37000"/>
                <a:satMod val="300000"/>
              </a:schemeClr>
            </a:gs>
            <a:gs pos="100000">
              <a:schemeClr val="accent4">
                <a:hueOff val="-744128"/>
                <a:satOff val="4483"/>
                <a:lumOff val="359"/>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2903" tIns="0" rIns="212903" bIns="0" numCol="1" spcCol="1270" anchor="ctr" anchorCtr="0">
          <a:noAutofit/>
        </a:bodyPr>
        <a:lstStyle/>
        <a:p>
          <a:pPr marL="0" lvl="0" indent="0" algn="l" defTabSz="711200">
            <a:lnSpc>
              <a:spcPct val="90000"/>
            </a:lnSpc>
            <a:spcBef>
              <a:spcPct val="0"/>
            </a:spcBef>
            <a:spcAft>
              <a:spcPct val="35000"/>
            </a:spcAft>
            <a:buFont typeface="+mj-lt"/>
            <a:buNone/>
          </a:pPr>
          <a:r>
            <a:rPr lang="en-IN" sz="1600" b="1" kern="1200" dirty="0" err="1">
              <a:latin typeface="Times New Roman" panose="02020603050405020304" pitchFamily="18" charset="0"/>
              <a:cs typeface="Times New Roman" panose="02020603050405020304" pitchFamily="18" charset="0"/>
            </a:rPr>
            <a:t>os</a:t>
          </a:r>
          <a:r>
            <a:rPr lang="en-IN" sz="1600" b="1" kern="1200" dirty="0">
              <a:latin typeface="Times New Roman" panose="02020603050405020304" pitchFamily="18" charset="0"/>
              <a:cs typeface="Times New Roman" panose="02020603050405020304" pitchFamily="18" charset="0"/>
            </a:rPr>
            <a:t> library</a:t>
          </a:r>
          <a:r>
            <a:rPr lang="en-IN" sz="1600" kern="1200" dirty="0">
              <a:latin typeface="Times New Roman" panose="02020603050405020304" pitchFamily="18" charset="0"/>
              <a:cs typeface="Times New Roman" panose="02020603050405020304" pitchFamily="18" charset="0"/>
            </a:rPr>
            <a:t> — checks if expenses.csv already exists, so old data is never overwritten on restart.</a:t>
          </a:r>
          <a:endParaRPr lang="en-IN" sz="1600" kern="1200" dirty="0"/>
        </a:p>
      </dsp:txBody>
      <dsp:txXfrm>
        <a:off x="425393" y="775125"/>
        <a:ext cx="5586590" cy="426206"/>
      </dsp:txXfrm>
    </dsp:sp>
    <dsp:sp modelId="{92C78A84-3CBC-4CEA-9BB0-F1924D2E76DD}">
      <dsp:nvSpPr>
        <dsp:cNvPr id="0" name=""/>
        <dsp:cNvSpPr/>
      </dsp:nvSpPr>
      <dsp:spPr>
        <a:xfrm>
          <a:off x="0" y="1713987"/>
          <a:ext cx="8046720" cy="403200"/>
        </a:xfrm>
        <a:prstGeom prst="rect">
          <a:avLst/>
        </a:prstGeom>
        <a:solidFill>
          <a:schemeClr val="lt1">
            <a:alpha val="90000"/>
            <a:hueOff val="0"/>
            <a:satOff val="0"/>
            <a:lumOff val="0"/>
            <a:alphaOff val="0"/>
          </a:schemeClr>
        </a:solidFill>
        <a:ln w="9525" cap="flat" cmpd="sng" algn="ctr">
          <a:solidFill>
            <a:schemeClr val="accent4">
              <a:hueOff val="-1488257"/>
              <a:satOff val="8966"/>
              <a:lumOff val="719"/>
              <a:alphaOff val="0"/>
            </a:schemeClr>
          </a:solidFill>
          <a:prstDash val="solid"/>
        </a:ln>
        <a:effectLst/>
      </dsp:spPr>
      <dsp:style>
        <a:lnRef idx="1">
          <a:scrgbClr r="0" g="0" b="0"/>
        </a:lnRef>
        <a:fillRef idx="1">
          <a:scrgbClr r="0" g="0" b="0"/>
        </a:fillRef>
        <a:effectRef idx="0">
          <a:scrgbClr r="0" g="0" b="0"/>
        </a:effectRef>
        <a:fontRef idx="minor"/>
      </dsp:style>
    </dsp:sp>
    <dsp:sp modelId="{5A1580D1-1A91-49D3-B467-2506A840D7D3}">
      <dsp:nvSpPr>
        <dsp:cNvPr id="0" name=""/>
        <dsp:cNvSpPr/>
      </dsp:nvSpPr>
      <dsp:spPr>
        <a:xfrm>
          <a:off x="402336" y="1477827"/>
          <a:ext cx="5632704" cy="472320"/>
        </a:xfrm>
        <a:prstGeom prst="roundRect">
          <a:avLst/>
        </a:prstGeom>
        <a:gradFill rotWithShape="0">
          <a:gsLst>
            <a:gs pos="0">
              <a:schemeClr val="accent4">
                <a:hueOff val="-1488257"/>
                <a:satOff val="8966"/>
                <a:lumOff val="719"/>
                <a:alphaOff val="0"/>
                <a:tint val="50000"/>
                <a:satMod val="300000"/>
              </a:schemeClr>
            </a:gs>
            <a:gs pos="35000">
              <a:schemeClr val="accent4">
                <a:hueOff val="-1488257"/>
                <a:satOff val="8966"/>
                <a:lumOff val="719"/>
                <a:alphaOff val="0"/>
                <a:tint val="37000"/>
                <a:satMod val="300000"/>
              </a:schemeClr>
            </a:gs>
            <a:gs pos="100000">
              <a:schemeClr val="accent4">
                <a:hueOff val="-1488257"/>
                <a:satOff val="8966"/>
                <a:lumOff val="719"/>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2903" tIns="0" rIns="212903" bIns="0" numCol="1" spcCol="1270" anchor="ctr" anchorCtr="0">
          <a:noAutofit/>
        </a:bodyPr>
        <a:lstStyle/>
        <a:p>
          <a:pPr marL="0" lvl="0" indent="0" algn="l"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Functions</a:t>
          </a:r>
          <a:r>
            <a:rPr lang="en-IN" sz="1600" kern="1200" dirty="0">
              <a:latin typeface="Times New Roman" panose="02020603050405020304" pitchFamily="18" charset="0"/>
              <a:cs typeface="Times New Roman" panose="02020603050405020304" pitchFamily="18" charset="0"/>
            </a:rPr>
            <a:t> — the program is split into small tasks (</a:t>
          </a:r>
          <a:r>
            <a:rPr lang="en-IN" sz="1600" kern="1200" dirty="0" err="1">
              <a:latin typeface="Times New Roman" panose="02020603050405020304" pitchFamily="18" charset="0"/>
              <a:cs typeface="Times New Roman" panose="02020603050405020304" pitchFamily="18" charset="0"/>
            </a:rPr>
            <a:t>add_transaction</a:t>
          </a:r>
          <a:r>
            <a:rPr lang="en-IN" sz="1600" kern="1200" dirty="0">
              <a:latin typeface="Times New Roman" panose="02020603050405020304" pitchFamily="18" charset="0"/>
              <a:cs typeface="Times New Roman" panose="02020603050405020304" pitchFamily="18" charset="0"/>
            </a:rPr>
            <a:t>(), </a:t>
          </a:r>
          <a:r>
            <a:rPr lang="en-IN" sz="1600" kern="1200" dirty="0" err="1">
              <a:latin typeface="Times New Roman" panose="02020603050405020304" pitchFamily="18" charset="0"/>
              <a:cs typeface="Times New Roman" panose="02020603050405020304" pitchFamily="18" charset="0"/>
            </a:rPr>
            <a:t>display_menu</a:t>
          </a:r>
          <a:r>
            <a:rPr lang="en-IN" sz="1600" kern="1200" dirty="0">
              <a:latin typeface="Times New Roman" panose="02020603050405020304" pitchFamily="18" charset="0"/>
              <a:cs typeface="Times New Roman" panose="02020603050405020304" pitchFamily="18" charset="0"/>
            </a:rPr>
            <a:t>(), etc.), each doing one job.</a:t>
          </a:r>
          <a:endParaRPr lang="en-IN" sz="1600" kern="1200" dirty="0"/>
        </a:p>
      </dsp:txBody>
      <dsp:txXfrm>
        <a:off x="425393" y="1500884"/>
        <a:ext cx="5586590" cy="426206"/>
      </dsp:txXfrm>
    </dsp:sp>
    <dsp:sp modelId="{41398038-045D-44AF-83AB-FB5925C80799}">
      <dsp:nvSpPr>
        <dsp:cNvPr id="0" name=""/>
        <dsp:cNvSpPr/>
      </dsp:nvSpPr>
      <dsp:spPr>
        <a:xfrm>
          <a:off x="0" y="2439747"/>
          <a:ext cx="8046720" cy="403200"/>
        </a:xfrm>
        <a:prstGeom prst="rect">
          <a:avLst/>
        </a:prstGeom>
        <a:solidFill>
          <a:schemeClr val="lt1">
            <a:alpha val="90000"/>
            <a:hueOff val="0"/>
            <a:satOff val="0"/>
            <a:lumOff val="0"/>
            <a:alphaOff val="0"/>
          </a:schemeClr>
        </a:solidFill>
        <a:ln w="9525" cap="flat" cmpd="sng" algn="ctr">
          <a:solidFill>
            <a:schemeClr val="accent4">
              <a:hueOff val="-2232385"/>
              <a:satOff val="13449"/>
              <a:lumOff val="1078"/>
              <a:alphaOff val="0"/>
            </a:schemeClr>
          </a:solidFill>
          <a:prstDash val="solid"/>
        </a:ln>
        <a:effectLst/>
      </dsp:spPr>
      <dsp:style>
        <a:lnRef idx="1">
          <a:scrgbClr r="0" g="0" b="0"/>
        </a:lnRef>
        <a:fillRef idx="1">
          <a:scrgbClr r="0" g="0" b="0"/>
        </a:fillRef>
        <a:effectRef idx="0">
          <a:scrgbClr r="0" g="0" b="0"/>
        </a:effectRef>
        <a:fontRef idx="minor"/>
      </dsp:style>
    </dsp:sp>
    <dsp:sp modelId="{9AE25480-E4E5-43FB-9AC5-0DF6A401CA1F}">
      <dsp:nvSpPr>
        <dsp:cNvPr id="0" name=""/>
        <dsp:cNvSpPr/>
      </dsp:nvSpPr>
      <dsp:spPr>
        <a:xfrm>
          <a:off x="402336" y="2203587"/>
          <a:ext cx="5632704" cy="472320"/>
        </a:xfrm>
        <a:prstGeom prst="roundRect">
          <a:avLst/>
        </a:prstGeom>
        <a:gradFill rotWithShape="0">
          <a:gsLst>
            <a:gs pos="0">
              <a:schemeClr val="accent4">
                <a:hueOff val="-2232385"/>
                <a:satOff val="13449"/>
                <a:lumOff val="1078"/>
                <a:alphaOff val="0"/>
                <a:tint val="50000"/>
                <a:satMod val="300000"/>
              </a:schemeClr>
            </a:gs>
            <a:gs pos="35000">
              <a:schemeClr val="accent4">
                <a:hueOff val="-2232385"/>
                <a:satOff val="13449"/>
                <a:lumOff val="1078"/>
                <a:alphaOff val="0"/>
                <a:tint val="37000"/>
                <a:satMod val="300000"/>
              </a:schemeClr>
            </a:gs>
            <a:gs pos="100000">
              <a:schemeClr val="accent4">
                <a:hueOff val="-2232385"/>
                <a:satOff val="13449"/>
                <a:lumOff val="107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2903" tIns="0" rIns="212903" bIns="0" numCol="1" spcCol="1270" anchor="ctr" anchorCtr="0">
          <a:noAutofit/>
        </a:bodyPr>
        <a:lstStyle/>
        <a:p>
          <a:pPr marL="0" lvl="0" indent="0" algn="l"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Functions</a:t>
          </a:r>
          <a:r>
            <a:rPr lang="en-IN" sz="1600" kern="1200" dirty="0">
              <a:latin typeface="Times New Roman" panose="02020603050405020304" pitchFamily="18" charset="0"/>
              <a:cs typeface="Times New Roman" panose="02020603050405020304" pitchFamily="18" charset="0"/>
            </a:rPr>
            <a:t> — the program is split into small tasks (</a:t>
          </a:r>
          <a:r>
            <a:rPr lang="en-IN" sz="1600" kern="1200" dirty="0" err="1">
              <a:latin typeface="Times New Roman" panose="02020603050405020304" pitchFamily="18" charset="0"/>
              <a:cs typeface="Times New Roman" panose="02020603050405020304" pitchFamily="18" charset="0"/>
            </a:rPr>
            <a:t>add_transaction</a:t>
          </a:r>
          <a:r>
            <a:rPr lang="en-IN" sz="1600" kern="1200" dirty="0">
              <a:latin typeface="Times New Roman" panose="02020603050405020304" pitchFamily="18" charset="0"/>
              <a:cs typeface="Times New Roman" panose="02020603050405020304" pitchFamily="18" charset="0"/>
            </a:rPr>
            <a:t>(), </a:t>
          </a:r>
          <a:r>
            <a:rPr lang="en-IN" sz="1600" kern="1200" dirty="0" err="1">
              <a:latin typeface="Times New Roman" panose="02020603050405020304" pitchFamily="18" charset="0"/>
              <a:cs typeface="Times New Roman" panose="02020603050405020304" pitchFamily="18" charset="0"/>
            </a:rPr>
            <a:t>display_menu</a:t>
          </a:r>
          <a:r>
            <a:rPr lang="en-IN" sz="1600" kern="1200" dirty="0">
              <a:latin typeface="Times New Roman" panose="02020603050405020304" pitchFamily="18" charset="0"/>
              <a:cs typeface="Times New Roman" panose="02020603050405020304" pitchFamily="18" charset="0"/>
            </a:rPr>
            <a:t>(), etc.), each doing one job.</a:t>
          </a:r>
          <a:endParaRPr lang="en-IN" sz="1600" kern="1200" dirty="0"/>
        </a:p>
      </dsp:txBody>
      <dsp:txXfrm>
        <a:off x="425393" y="2226644"/>
        <a:ext cx="5586590" cy="426206"/>
      </dsp:txXfrm>
    </dsp:sp>
    <dsp:sp modelId="{7114CCFB-CC37-41E8-A5FA-B01222A34277}">
      <dsp:nvSpPr>
        <dsp:cNvPr id="0" name=""/>
        <dsp:cNvSpPr/>
      </dsp:nvSpPr>
      <dsp:spPr>
        <a:xfrm>
          <a:off x="0" y="3165508"/>
          <a:ext cx="8046720" cy="403200"/>
        </a:xfrm>
        <a:prstGeom prst="rect">
          <a:avLst/>
        </a:prstGeom>
        <a:solidFill>
          <a:schemeClr val="lt1">
            <a:alpha val="90000"/>
            <a:hueOff val="0"/>
            <a:satOff val="0"/>
            <a:lumOff val="0"/>
            <a:alphaOff val="0"/>
          </a:schemeClr>
        </a:solidFill>
        <a:ln w="9525" cap="flat" cmpd="sng" algn="ctr">
          <a:solidFill>
            <a:schemeClr val="accent4">
              <a:hueOff val="-2976513"/>
              <a:satOff val="17933"/>
              <a:lumOff val="1437"/>
              <a:alphaOff val="0"/>
            </a:schemeClr>
          </a:solidFill>
          <a:prstDash val="solid"/>
        </a:ln>
        <a:effectLst/>
      </dsp:spPr>
      <dsp:style>
        <a:lnRef idx="1">
          <a:scrgbClr r="0" g="0" b="0"/>
        </a:lnRef>
        <a:fillRef idx="1">
          <a:scrgbClr r="0" g="0" b="0"/>
        </a:fillRef>
        <a:effectRef idx="0">
          <a:scrgbClr r="0" g="0" b="0"/>
        </a:effectRef>
        <a:fontRef idx="minor"/>
      </dsp:style>
    </dsp:sp>
    <dsp:sp modelId="{65A80F43-E256-4FC3-A4B4-7E891786BFF3}">
      <dsp:nvSpPr>
        <dsp:cNvPr id="0" name=""/>
        <dsp:cNvSpPr/>
      </dsp:nvSpPr>
      <dsp:spPr>
        <a:xfrm>
          <a:off x="402336" y="2929348"/>
          <a:ext cx="5632704" cy="472320"/>
        </a:xfrm>
        <a:prstGeom prst="roundRect">
          <a:avLst/>
        </a:prstGeom>
        <a:gradFill rotWithShape="0">
          <a:gsLst>
            <a:gs pos="0">
              <a:schemeClr val="accent4">
                <a:hueOff val="-2976513"/>
                <a:satOff val="17933"/>
                <a:lumOff val="1437"/>
                <a:alphaOff val="0"/>
                <a:tint val="50000"/>
                <a:satMod val="300000"/>
              </a:schemeClr>
            </a:gs>
            <a:gs pos="35000">
              <a:schemeClr val="accent4">
                <a:hueOff val="-2976513"/>
                <a:satOff val="17933"/>
                <a:lumOff val="1437"/>
                <a:alphaOff val="0"/>
                <a:tint val="37000"/>
                <a:satMod val="300000"/>
              </a:schemeClr>
            </a:gs>
            <a:gs pos="100000">
              <a:schemeClr val="accent4">
                <a:hueOff val="-2976513"/>
                <a:satOff val="17933"/>
                <a:lumOff val="1437"/>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2903" tIns="0" rIns="212903" bIns="0" numCol="1" spcCol="1270" anchor="ctr" anchorCtr="0">
          <a:noAutofit/>
        </a:bodyPr>
        <a:lstStyle/>
        <a:p>
          <a:pPr marL="0" lvl="0" indent="0" algn="l"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If-</a:t>
          </a:r>
          <a:r>
            <a:rPr lang="en-IN" sz="1600" b="1" kern="1200" dirty="0" err="1">
              <a:latin typeface="Times New Roman" panose="02020603050405020304" pitchFamily="18" charset="0"/>
              <a:cs typeface="Times New Roman" panose="02020603050405020304" pitchFamily="18" charset="0"/>
            </a:rPr>
            <a:t>elif</a:t>
          </a:r>
          <a:r>
            <a:rPr lang="en-IN" sz="1600" b="1" kern="1200" dirty="0">
              <a:latin typeface="Times New Roman" panose="02020603050405020304" pitchFamily="18" charset="0"/>
              <a:cs typeface="Times New Roman" panose="02020603050405020304" pitchFamily="18" charset="0"/>
            </a:rPr>
            <a:t>-else</a:t>
          </a:r>
          <a:r>
            <a:rPr lang="en-IN" sz="1600" kern="1200" dirty="0">
              <a:latin typeface="Times New Roman" panose="02020603050405020304" pitchFamily="18" charset="0"/>
              <a:cs typeface="Times New Roman" panose="02020603050405020304" pitchFamily="18" charset="0"/>
            </a:rPr>
            <a:t> — decides what to do based on the user's menu choice and checks the entry type is valid.</a:t>
          </a:r>
          <a:endParaRPr lang="en-IN" sz="1600" kern="1200" dirty="0"/>
        </a:p>
      </dsp:txBody>
      <dsp:txXfrm>
        <a:off x="425393" y="2952405"/>
        <a:ext cx="5586590" cy="426206"/>
      </dsp:txXfrm>
    </dsp:sp>
    <dsp:sp modelId="{F34E311C-B988-45B4-A8A1-FC822DF61A79}">
      <dsp:nvSpPr>
        <dsp:cNvPr id="0" name=""/>
        <dsp:cNvSpPr/>
      </dsp:nvSpPr>
      <dsp:spPr>
        <a:xfrm>
          <a:off x="0" y="3891268"/>
          <a:ext cx="8046720" cy="403200"/>
        </a:xfrm>
        <a:prstGeom prst="rect">
          <a:avLst/>
        </a:prstGeom>
        <a:solidFill>
          <a:schemeClr val="lt1">
            <a:alpha val="90000"/>
            <a:hueOff val="0"/>
            <a:satOff val="0"/>
            <a:lumOff val="0"/>
            <a:alphaOff val="0"/>
          </a:schemeClr>
        </a:solidFill>
        <a:ln w="9525" cap="flat" cmpd="sng" algn="ctr">
          <a:solidFill>
            <a:schemeClr val="accent4">
              <a:hueOff val="-3720641"/>
              <a:satOff val="22416"/>
              <a:lumOff val="1797"/>
              <a:alphaOff val="0"/>
            </a:schemeClr>
          </a:solidFill>
          <a:prstDash val="solid"/>
        </a:ln>
        <a:effectLst/>
      </dsp:spPr>
      <dsp:style>
        <a:lnRef idx="1">
          <a:scrgbClr r="0" g="0" b="0"/>
        </a:lnRef>
        <a:fillRef idx="1">
          <a:scrgbClr r="0" g="0" b="0"/>
        </a:fillRef>
        <a:effectRef idx="0">
          <a:scrgbClr r="0" g="0" b="0"/>
        </a:effectRef>
        <a:fontRef idx="minor"/>
      </dsp:style>
    </dsp:sp>
    <dsp:sp modelId="{48D9DA8B-57CE-438D-83AC-D9E5F6C6F397}">
      <dsp:nvSpPr>
        <dsp:cNvPr id="0" name=""/>
        <dsp:cNvSpPr/>
      </dsp:nvSpPr>
      <dsp:spPr>
        <a:xfrm>
          <a:off x="402336" y="3655108"/>
          <a:ext cx="5632704" cy="472320"/>
        </a:xfrm>
        <a:prstGeom prst="roundRect">
          <a:avLst/>
        </a:prstGeom>
        <a:gradFill rotWithShape="0">
          <a:gsLst>
            <a:gs pos="0">
              <a:schemeClr val="accent4">
                <a:hueOff val="-3720641"/>
                <a:satOff val="22416"/>
                <a:lumOff val="1797"/>
                <a:alphaOff val="0"/>
                <a:tint val="50000"/>
                <a:satMod val="300000"/>
              </a:schemeClr>
            </a:gs>
            <a:gs pos="35000">
              <a:schemeClr val="accent4">
                <a:hueOff val="-3720641"/>
                <a:satOff val="22416"/>
                <a:lumOff val="1797"/>
                <a:alphaOff val="0"/>
                <a:tint val="37000"/>
                <a:satMod val="300000"/>
              </a:schemeClr>
            </a:gs>
            <a:gs pos="100000">
              <a:schemeClr val="accent4">
                <a:hueOff val="-3720641"/>
                <a:satOff val="22416"/>
                <a:lumOff val="1797"/>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2903" tIns="0" rIns="212903" bIns="0" numCol="1" spcCol="1270" anchor="ctr" anchorCtr="0">
          <a:noAutofit/>
        </a:bodyPr>
        <a:lstStyle/>
        <a:p>
          <a:pPr marL="0" lvl="0" indent="0" algn="l"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Try-except</a:t>
          </a:r>
          <a:r>
            <a:rPr lang="en-IN" sz="1600" kern="1200" dirty="0">
              <a:latin typeface="Times New Roman" panose="02020603050405020304" pitchFamily="18" charset="0"/>
              <a:cs typeface="Times New Roman" panose="02020603050405020304" pitchFamily="18" charset="0"/>
            </a:rPr>
            <a:t> — catches invalid input (like typing text instead of a number) so the program doesn't crash.</a:t>
          </a:r>
          <a:endParaRPr lang="en-IN" sz="1600" kern="1200" dirty="0"/>
        </a:p>
      </dsp:txBody>
      <dsp:txXfrm>
        <a:off x="425393" y="3678165"/>
        <a:ext cx="5586590" cy="426206"/>
      </dsp:txXfrm>
    </dsp:sp>
    <dsp:sp modelId="{6107263D-7EF1-46BA-A90A-D8212C0C4CCA}">
      <dsp:nvSpPr>
        <dsp:cNvPr id="0" name=""/>
        <dsp:cNvSpPr/>
      </dsp:nvSpPr>
      <dsp:spPr>
        <a:xfrm>
          <a:off x="0" y="4617028"/>
          <a:ext cx="8046720" cy="403200"/>
        </a:xfrm>
        <a:prstGeom prst="rect">
          <a:avLst/>
        </a:prstGeom>
        <a:solidFill>
          <a:schemeClr val="lt1">
            <a:alpha val="90000"/>
            <a:hueOff val="0"/>
            <a:satOff val="0"/>
            <a:lumOff val="0"/>
            <a:alphaOff val="0"/>
          </a:schemeClr>
        </a:solidFill>
        <a:ln w="9525" cap="flat" cmpd="sng" algn="ctr">
          <a:solidFill>
            <a:schemeClr val="accent4">
              <a:hueOff val="-4464770"/>
              <a:satOff val="26899"/>
              <a:lumOff val="2156"/>
              <a:alphaOff val="0"/>
            </a:schemeClr>
          </a:solidFill>
          <a:prstDash val="solid"/>
        </a:ln>
        <a:effectLst/>
      </dsp:spPr>
      <dsp:style>
        <a:lnRef idx="1">
          <a:scrgbClr r="0" g="0" b="0"/>
        </a:lnRef>
        <a:fillRef idx="1">
          <a:scrgbClr r="0" g="0" b="0"/>
        </a:fillRef>
        <a:effectRef idx="0">
          <a:scrgbClr r="0" g="0" b="0"/>
        </a:effectRef>
        <a:fontRef idx="minor"/>
      </dsp:style>
    </dsp:sp>
    <dsp:sp modelId="{61FF3B26-D87C-4A86-8D04-49A42BE505F0}">
      <dsp:nvSpPr>
        <dsp:cNvPr id="0" name=""/>
        <dsp:cNvSpPr/>
      </dsp:nvSpPr>
      <dsp:spPr>
        <a:xfrm>
          <a:off x="402336" y="4380868"/>
          <a:ext cx="5632704" cy="472320"/>
        </a:xfrm>
        <a:prstGeom prst="roundRect">
          <a:avLst/>
        </a:prstGeom>
        <a:gradFill rotWithShape="0">
          <a:gsLst>
            <a:gs pos="0">
              <a:schemeClr val="accent4">
                <a:hueOff val="-4464770"/>
                <a:satOff val="26899"/>
                <a:lumOff val="2156"/>
                <a:alphaOff val="0"/>
                <a:tint val="50000"/>
                <a:satMod val="300000"/>
              </a:schemeClr>
            </a:gs>
            <a:gs pos="35000">
              <a:schemeClr val="accent4">
                <a:hueOff val="-4464770"/>
                <a:satOff val="26899"/>
                <a:lumOff val="2156"/>
                <a:alphaOff val="0"/>
                <a:tint val="37000"/>
                <a:satMod val="300000"/>
              </a:schemeClr>
            </a:gs>
            <a:gs pos="100000">
              <a:schemeClr val="accent4">
                <a:hueOff val="-4464770"/>
                <a:satOff val="26899"/>
                <a:lumOff val="215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2903" tIns="0" rIns="212903" bIns="0" numCol="1" spcCol="1270" anchor="ctr" anchorCtr="0">
          <a:noAutofit/>
        </a:bodyPr>
        <a:lstStyle/>
        <a:p>
          <a:pPr marL="0" lvl="0" indent="0" algn="l"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File handling (append mode)</a:t>
          </a:r>
          <a:r>
            <a:rPr lang="en-IN" sz="1600" kern="1200" dirty="0">
              <a:latin typeface="Times New Roman" panose="02020603050405020304" pitchFamily="18" charset="0"/>
              <a:cs typeface="Times New Roman" panose="02020603050405020304" pitchFamily="18" charset="0"/>
            </a:rPr>
            <a:t> — adds new transactions to the end of the file without deleting existing ones.</a:t>
          </a:r>
          <a:endParaRPr lang="en-IN" sz="1600" kern="1200" dirty="0"/>
        </a:p>
      </dsp:txBody>
      <dsp:txXfrm>
        <a:off x="425393" y="4403925"/>
        <a:ext cx="5586590" cy="4262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2D6FDD-9B8B-4F39-908F-E2C3FEDD2AA9}">
      <dsp:nvSpPr>
        <dsp:cNvPr id="0" name=""/>
        <dsp:cNvSpPr/>
      </dsp:nvSpPr>
      <dsp:spPr>
        <a:xfrm rot="10800000">
          <a:off x="1662856" y="1208"/>
          <a:ext cx="5898337" cy="708740"/>
        </a:xfrm>
        <a:prstGeom prst="homePlat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2535" tIns="53340" rIns="99568"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Account &amp; repository</a:t>
          </a:r>
          <a:r>
            <a:rPr lang="en-IN" sz="1400" kern="1200" dirty="0">
              <a:latin typeface="Times New Roman" panose="02020603050405020304" pitchFamily="18" charset="0"/>
              <a:cs typeface="Times New Roman" panose="02020603050405020304" pitchFamily="18" charset="0"/>
            </a:rPr>
            <a:t> — created a personal GitHub account and a repository, personal-expense-tracker, “Python lab”.</a:t>
          </a:r>
          <a:endParaRPr lang="en-IN" sz="1400" kern="1200" dirty="0"/>
        </a:p>
      </dsp:txBody>
      <dsp:txXfrm rot="10800000">
        <a:off x="1840041" y="1208"/>
        <a:ext cx="5721152" cy="708740"/>
      </dsp:txXfrm>
    </dsp:sp>
    <dsp:sp modelId="{D71EDE19-7551-4E50-9DC3-793E1D977263}">
      <dsp:nvSpPr>
        <dsp:cNvPr id="0" name=""/>
        <dsp:cNvSpPr/>
      </dsp:nvSpPr>
      <dsp:spPr>
        <a:xfrm>
          <a:off x="1308486" y="1208"/>
          <a:ext cx="708740" cy="708740"/>
        </a:xfrm>
        <a:prstGeom prst="ellipse">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F1C8EDF-DC2C-4169-BF38-022811A199B9}">
      <dsp:nvSpPr>
        <dsp:cNvPr id="0" name=""/>
        <dsp:cNvSpPr/>
      </dsp:nvSpPr>
      <dsp:spPr>
        <a:xfrm rot="10800000">
          <a:off x="1662856" y="921514"/>
          <a:ext cx="5898337" cy="708740"/>
        </a:xfrm>
        <a:prstGeom prst="homePlate">
          <a:avLst/>
        </a:prstGeom>
        <a:solidFill>
          <a:schemeClr val="accent4">
            <a:hueOff val="-892954"/>
            <a:satOff val="5380"/>
            <a:lumOff val="43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2535" tIns="53340" rIns="99568"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Initial setup</a:t>
          </a:r>
          <a:r>
            <a:rPr lang="en-IN" sz="1400" kern="1200" dirty="0">
              <a:latin typeface="Times New Roman" panose="02020603050405020304" pitchFamily="18" charset="0"/>
              <a:cs typeface="Times New Roman" panose="02020603050405020304" pitchFamily="18" charset="0"/>
            </a:rPr>
            <a:t> — added README.md (problem statement + objectives) and a .</a:t>
          </a:r>
          <a:r>
            <a:rPr lang="en-IN" sz="1400" kern="1200" dirty="0" err="1">
              <a:latin typeface="Times New Roman" panose="02020603050405020304" pitchFamily="18" charset="0"/>
              <a:cs typeface="Times New Roman" panose="02020603050405020304" pitchFamily="18" charset="0"/>
            </a:rPr>
            <a:t>gitignore</a:t>
          </a:r>
          <a:r>
            <a:rPr lang="en-IN" sz="1400" kern="1200" dirty="0">
              <a:latin typeface="Times New Roman" panose="02020603050405020304" pitchFamily="18" charset="0"/>
              <a:cs typeface="Times New Roman" panose="02020603050405020304" pitchFamily="18" charset="0"/>
            </a:rPr>
            <a:t> for Python.</a:t>
          </a:r>
          <a:endParaRPr lang="en-IN" sz="1400" kern="1200" dirty="0"/>
        </a:p>
      </dsp:txBody>
      <dsp:txXfrm rot="10800000">
        <a:off x="1840041" y="921514"/>
        <a:ext cx="5721152" cy="708740"/>
      </dsp:txXfrm>
    </dsp:sp>
    <dsp:sp modelId="{C9EF3614-71EF-4E14-8A42-BE94F03BFE82}">
      <dsp:nvSpPr>
        <dsp:cNvPr id="0" name=""/>
        <dsp:cNvSpPr/>
      </dsp:nvSpPr>
      <dsp:spPr>
        <a:xfrm>
          <a:off x="1308486" y="921514"/>
          <a:ext cx="708740" cy="708740"/>
        </a:xfrm>
        <a:prstGeom prst="ellipse">
          <a:avLst/>
        </a:prstGeom>
        <a:blipFill rotWithShape="1">
          <a:blip xmlns:r="http://schemas.openxmlformats.org/officeDocument/2006/relationships" r:embed="rId2"/>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1C6AE2F-8352-482B-B320-6CCE11BDB480}">
      <dsp:nvSpPr>
        <dsp:cNvPr id="0" name=""/>
        <dsp:cNvSpPr/>
      </dsp:nvSpPr>
      <dsp:spPr>
        <a:xfrm rot="10800000">
          <a:off x="1662856" y="1841819"/>
          <a:ext cx="5898337" cy="708740"/>
        </a:xfrm>
        <a:prstGeom prst="homePlate">
          <a:avLst/>
        </a:prstGeom>
        <a:solidFill>
          <a:schemeClr val="accent4">
            <a:hueOff val="-1785908"/>
            <a:satOff val="10760"/>
            <a:lumOff val="86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2535" tIns="53340" rIns="99568"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Uploading code</a:t>
          </a:r>
          <a:r>
            <a:rPr lang="en-IN" sz="1400" kern="1200" dirty="0">
              <a:latin typeface="Times New Roman" panose="02020603050405020304" pitchFamily="18" charset="0"/>
              <a:cs typeface="Times New Roman" panose="02020603050405020304" pitchFamily="18" charset="0"/>
            </a:rPr>
            <a:t> — pushed the Module 1 code (menu skeleton + working Add Transaction) as the first commit.</a:t>
          </a:r>
          <a:endParaRPr lang="en-IN" sz="1400" kern="1200" dirty="0"/>
        </a:p>
      </dsp:txBody>
      <dsp:txXfrm rot="10800000">
        <a:off x="1840041" y="1841819"/>
        <a:ext cx="5721152" cy="708740"/>
      </dsp:txXfrm>
    </dsp:sp>
    <dsp:sp modelId="{EDF8C5A1-9516-47C7-A1AB-69DEAB9DC093}">
      <dsp:nvSpPr>
        <dsp:cNvPr id="0" name=""/>
        <dsp:cNvSpPr/>
      </dsp:nvSpPr>
      <dsp:spPr>
        <a:xfrm>
          <a:off x="1308486" y="1841819"/>
          <a:ext cx="708740" cy="708740"/>
        </a:xfrm>
        <a:prstGeom prst="ellipse">
          <a:avLst/>
        </a:prstGeom>
        <a:blipFill rotWithShape="1">
          <a:blip xmlns:r="http://schemas.openxmlformats.org/officeDocument/2006/relationships" r:embed="rId2"/>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BA5EC83-AAC2-49F4-95F1-6FB13452F1CA}">
      <dsp:nvSpPr>
        <dsp:cNvPr id="0" name=""/>
        <dsp:cNvSpPr/>
      </dsp:nvSpPr>
      <dsp:spPr>
        <a:xfrm rot="10800000">
          <a:off x="1662856" y="2762124"/>
          <a:ext cx="5898337" cy="708740"/>
        </a:xfrm>
        <a:prstGeom prst="homePlate">
          <a:avLst/>
        </a:prstGeom>
        <a:solidFill>
          <a:schemeClr val="accent4">
            <a:hueOff val="-2678862"/>
            <a:satOff val="16139"/>
            <a:lumOff val="129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2535" tIns="53340" rIns="99568"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Meaningful commits</a:t>
          </a:r>
          <a:r>
            <a:rPr lang="en-IN" sz="1400" kern="1200" dirty="0">
              <a:latin typeface="Times New Roman" panose="02020603050405020304" pitchFamily="18" charset="0"/>
              <a:cs typeface="Times New Roman" panose="02020603050405020304" pitchFamily="18" charset="0"/>
            </a:rPr>
            <a:t> — descriptive messages tracking real progress, e.g.: </a:t>
          </a:r>
        </a:p>
        <a:p>
          <a:pPr marL="0" lvl="0" indent="0" algn="ctr" defTabSz="622300">
            <a:lnSpc>
              <a:spcPct val="90000"/>
            </a:lnSpc>
            <a:spcBef>
              <a:spcPct val="0"/>
            </a:spcBef>
            <a:spcAft>
              <a:spcPct val="35000"/>
            </a:spcAft>
            <a:buFont typeface="Arial" panose="020B0604020202020204" pitchFamily="34" charset="0"/>
            <a:buNone/>
          </a:pPr>
          <a:r>
            <a:rPr lang="en-IN" sz="1400" kern="1200" dirty="0">
              <a:latin typeface="Times New Roman" panose="02020603050405020304" pitchFamily="18" charset="0"/>
              <a:cs typeface="Times New Roman" panose="02020603050405020304" pitchFamily="18" charset="0"/>
            </a:rPr>
            <a:t>"Add file initialization and menu skeleton"</a:t>
          </a:r>
        </a:p>
        <a:p>
          <a:pPr marL="0" lvl="0" indent="0" algn="ctr" defTabSz="622300">
            <a:lnSpc>
              <a:spcPct val="90000"/>
            </a:lnSpc>
            <a:spcBef>
              <a:spcPct val="0"/>
            </a:spcBef>
            <a:spcAft>
              <a:spcPct val="35000"/>
            </a:spcAft>
            <a:buFont typeface="Arial" panose="020B0604020202020204" pitchFamily="34" charset="0"/>
            <a:buNone/>
          </a:pPr>
          <a:r>
            <a:rPr lang="en-IN" sz="1400" kern="1200" dirty="0">
              <a:latin typeface="Times New Roman" panose="02020603050405020304" pitchFamily="18" charset="0"/>
              <a:cs typeface="Times New Roman" panose="02020603050405020304" pitchFamily="18" charset="0"/>
            </a:rPr>
            <a:t>"Implement Add Transaction with input validation"</a:t>
          </a:r>
          <a:endParaRPr lang="en-IN" sz="1400" kern="1200" dirty="0"/>
        </a:p>
      </dsp:txBody>
      <dsp:txXfrm rot="10800000">
        <a:off x="1840041" y="2762124"/>
        <a:ext cx="5721152" cy="708740"/>
      </dsp:txXfrm>
    </dsp:sp>
    <dsp:sp modelId="{A56E564E-89B3-46C3-9627-BEB7ABF54634}">
      <dsp:nvSpPr>
        <dsp:cNvPr id="0" name=""/>
        <dsp:cNvSpPr/>
      </dsp:nvSpPr>
      <dsp:spPr>
        <a:xfrm>
          <a:off x="1308486" y="2762124"/>
          <a:ext cx="708740" cy="708740"/>
        </a:xfrm>
        <a:prstGeom prst="ellipse">
          <a:avLst/>
        </a:prstGeom>
        <a:blipFill rotWithShape="1">
          <a:blip xmlns:r="http://schemas.openxmlformats.org/officeDocument/2006/relationships" r:embed="rId2"/>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BB0620A-12B7-4CE6-9A35-72ABA67ACAEB}">
      <dsp:nvSpPr>
        <dsp:cNvPr id="0" name=""/>
        <dsp:cNvSpPr/>
      </dsp:nvSpPr>
      <dsp:spPr>
        <a:xfrm rot="10800000">
          <a:off x="1662856" y="3682429"/>
          <a:ext cx="5898337" cy="708740"/>
        </a:xfrm>
        <a:prstGeom prst="homePlate">
          <a:avLst/>
        </a:prstGeom>
        <a:solidFill>
          <a:schemeClr val="accent4">
            <a:hueOff val="-3571816"/>
            <a:satOff val="21519"/>
            <a:lumOff val="172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2535" tIns="53340" rIns="99568"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Collaboration</a:t>
          </a:r>
          <a:r>
            <a:rPr lang="en-IN" sz="1400" kern="1200" dirty="0">
              <a:latin typeface="Times New Roman" panose="02020603050405020304" pitchFamily="18" charset="0"/>
              <a:cs typeface="Times New Roman" panose="02020603050405020304" pitchFamily="18" charset="0"/>
            </a:rPr>
            <a:t> — added mentor/instructor as a repository collaborator for review and feedback.</a:t>
          </a:r>
          <a:endParaRPr lang="en-IN" sz="1400" kern="1200" dirty="0"/>
        </a:p>
      </dsp:txBody>
      <dsp:txXfrm rot="10800000">
        <a:off x="1840041" y="3682429"/>
        <a:ext cx="5721152" cy="708740"/>
      </dsp:txXfrm>
    </dsp:sp>
    <dsp:sp modelId="{3EA595BE-3E2B-4F03-B87F-FFB79D29D1A6}">
      <dsp:nvSpPr>
        <dsp:cNvPr id="0" name=""/>
        <dsp:cNvSpPr/>
      </dsp:nvSpPr>
      <dsp:spPr>
        <a:xfrm>
          <a:off x="1308486" y="3682429"/>
          <a:ext cx="708740" cy="708740"/>
        </a:xfrm>
        <a:prstGeom prst="ellipse">
          <a:avLst/>
        </a:prstGeom>
        <a:blipFill rotWithShape="1">
          <a:blip xmlns:r="http://schemas.openxmlformats.org/officeDocument/2006/relationships" r:embed="rId2"/>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526DC7-6F71-4569-A269-6521027044AF}">
      <dsp:nvSpPr>
        <dsp:cNvPr id="0" name=""/>
        <dsp:cNvSpPr/>
      </dsp:nvSpPr>
      <dsp:spPr>
        <a:xfrm rot="10800000">
          <a:off x="1662856" y="4602734"/>
          <a:ext cx="5898337" cy="708740"/>
        </a:xfrm>
        <a:prstGeom prst="homePlate">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2535" tIns="53340" rIns="99568"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Individual contribution</a:t>
          </a:r>
          <a:r>
            <a:rPr lang="en-IN" sz="1400" kern="1200" dirty="0">
              <a:latin typeface="Times New Roman" panose="02020603050405020304" pitchFamily="18" charset="0"/>
              <a:cs typeface="Times New Roman" panose="02020603050405020304" pitchFamily="18" charset="0"/>
            </a:rPr>
            <a:t> — solo project: 100% of design, coding, testing, and documentation done independently.</a:t>
          </a:r>
          <a:endParaRPr lang="en-IN" sz="1400" kern="1200" dirty="0"/>
        </a:p>
      </dsp:txBody>
      <dsp:txXfrm rot="10800000">
        <a:off x="1840041" y="4602734"/>
        <a:ext cx="5721152" cy="708740"/>
      </dsp:txXfrm>
    </dsp:sp>
    <dsp:sp modelId="{B23B648B-9569-4FA2-B84E-46FD11E54912}">
      <dsp:nvSpPr>
        <dsp:cNvPr id="0" name=""/>
        <dsp:cNvSpPr/>
      </dsp:nvSpPr>
      <dsp:spPr>
        <a:xfrm>
          <a:off x="1308486" y="4602734"/>
          <a:ext cx="708740" cy="708740"/>
        </a:xfrm>
        <a:prstGeom prst="ellipse">
          <a:avLst/>
        </a:prstGeom>
        <a:blipFill rotWithShape="1">
          <a:blip xmlns:r="http://schemas.openxmlformats.org/officeDocument/2006/relationships" r:embed="rId2"/>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3962400" cy="3429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 name="Google Shape;48;p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9" name="Google Shape;49;p1:notes"/>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50" name="Google Shape;50;p1:notes"/>
          <p:cNvSpPr txBox="1">
            <a:spLocks noGrp="1"/>
          </p:cNvSpPr>
          <p:nvPr>
            <p:ph type="ftr" idx="11"/>
          </p:nvPr>
        </p:nvSpPr>
        <p:spPr>
          <a:xfrm>
            <a:off x="0" y="6513513"/>
            <a:ext cx="3962400" cy="3429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S. B. Jain Institute of Technology Management and research</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f9a5c084c8_0_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f9a5c084c8_0_0: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g3f9a5c084c8_0_0:notes"/>
          <p:cNvSpPr txBox="1">
            <a:spLocks noGrp="1"/>
          </p:cNvSpPr>
          <p:nvPr>
            <p:ph type="sldNum" idx="12"/>
          </p:nvPr>
        </p:nvSpPr>
        <p:spPr>
          <a:xfrm>
            <a:off x="5180013" y="6513513"/>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3: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670559" y="346709"/>
            <a:ext cx="7802880" cy="3911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0" i="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5"/>
          <p:cNvSpPr txBox="1">
            <a:spLocks noGrp="1"/>
          </p:cNvSpPr>
          <p:nvPr>
            <p:ph type="body" idx="1"/>
          </p:nvPr>
        </p:nvSpPr>
        <p:spPr>
          <a:xfrm>
            <a:off x="762000" y="1828800"/>
            <a:ext cx="7471409" cy="38100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b="0" i="0">
                <a:solidFill>
                  <a:schemeClr val="dk1"/>
                </a:solidFil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0" name="Google Shape;20;p5"/>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 B. Jain Institute of Technology Management and research</a:t>
            </a:r>
            <a:endParaRPr/>
          </a:p>
        </p:txBody>
      </p:sp>
      <p:sp>
        <p:nvSpPr>
          <p:cNvPr id="21" name="Google Shape;21;p5"/>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5"/>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a:lnSpc>
                <a:spcPct val="116875"/>
              </a:lnSpc>
              <a:spcBef>
                <a:spcPts val="0"/>
              </a:spcBef>
              <a:buNone/>
              <a:defRPr sz="1600" b="0" i="0">
                <a:solidFill>
                  <a:schemeClr val="lt1"/>
                </a:solidFill>
                <a:latin typeface="Arial"/>
                <a:ea typeface="Arial"/>
                <a:cs typeface="Arial"/>
                <a:sym typeface="Arial"/>
              </a:defRPr>
            </a:lvl1pPr>
            <a:lvl2pPr marL="38100" marR="0" lvl="1" indent="0" algn="l">
              <a:lnSpc>
                <a:spcPct val="116875"/>
              </a:lnSpc>
              <a:spcBef>
                <a:spcPts val="0"/>
              </a:spcBef>
              <a:buNone/>
              <a:defRPr sz="1600" b="0" i="0">
                <a:solidFill>
                  <a:schemeClr val="lt1"/>
                </a:solidFill>
                <a:latin typeface="Arial"/>
                <a:ea typeface="Arial"/>
                <a:cs typeface="Arial"/>
                <a:sym typeface="Arial"/>
              </a:defRPr>
            </a:lvl2pPr>
            <a:lvl3pPr marL="38100" marR="0" lvl="2" indent="0" algn="l">
              <a:lnSpc>
                <a:spcPct val="116875"/>
              </a:lnSpc>
              <a:spcBef>
                <a:spcPts val="0"/>
              </a:spcBef>
              <a:buNone/>
              <a:defRPr sz="1600" b="0" i="0">
                <a:solidFill>
                  <a:schemeClr val="lt1"/>
                </a:solidFill>
                <a:latin typeface="Arial"/>
                <a:ea typeface="Arial"/>
                <a:cs typeface="Arial"/>
                <a:sym typeface="Arial"/>
              </a:defRPr>
            </a:lvl3pPr>
            <a:lvl4pPr marL="38100" marR="0" lvl="3" indent="0" algn="l">
              <a:lnSpc>
                <a:spcPct val="116875"/>
              </a:lnSpc>
              <a:spcBef>
                <a:spcPts val="0"/>
              </a:spcBef>
              <a:buNone/>
              <a:defRPr sz="1600" b="0" i="0">
                <a:solidFill>
                  <a:schemeClr val="lt1"/>
                </a:solidFill>
                <a:latin typeface="Arial"/>
                <a:ea typeface="Arial"/>
                <a:cs typeface="Arial"/>
                <a:sym typeface="Arial"/>
              </a:defRPr>
            </a:lvl4pPr>
            <a:lvl5pPr marL="38100" marR="0" lvl="4" indent="0" algn="l">
              <a:lnSpc>
                <a:spcPct val="116875"/>
              </a:lnSpc>
              <a:spcBef>
                <a:spcPts val="0"/>
              </a:spcBef>
              <a:buNone/>
              <a:defRPr sz="1600" b="0" i="0">
                <a:solidFill>
                  <a:schemeClr val="lt1"/>
                </a:solidFill>
                <a:latin typeface="Arial"/>
                <a:ea typeface="Arial"/>
                <a:cs typeface="Arial"/>
                <a:sym typeface="Arial"/>
              </a:defRPr>
            </a:lvl5pPr>
            <a:lvl6pPr marL="38100" marR="0" lvl="5" indent="0" algn="l">
              <a:lnSpc>
                <a:spcPct val="116875"/>
              </a:lnSpc>
              <a:spcBef>
                <a:spcPts val="0"/>
              </a:spcBef>
              <a:buNone/>
              <a:defRPr sz="1600" b="0" i="0">
                <a:solidFill>
                  <a:schemeClr val="lt1"/>
                </a:solidFill>
                <a:latin typeface="Arial"/>
                <a:ea typeface="Arial"/>
                <a:cs typeface="Arial"/>
                <a:sym typeface="Arial"/>
              </a:defRPr>
            </a:lvl6pPr>
            <a:lvl7pPr marL="38100" marR="0" lvl="6" indent="0" algn="l">
              <a:lnSpc>
                <a:spcPct val="116875"/>
              </a:lnSpc>
              <a:spcBef>
                <a:spcPts val="0"/>
              </a:spcBef>
              <a:buNone/>
              <a:defRPr sz="1600" b="0" i="0">
                <a:solidFill>
                  <a:schemeClr val="lt1"/>
                </a:solidFill>
                <a:latin typeface="Arial"/>
                <a:ea typeface="Arial"/>
                <a:cs typeface="Arial"/>
                <a:sym typeface="Arial"/>
              </a:defRPr>
            </a:lvl7pPr>
            <a:lvl8pPr marL="38100" marR="0" lvl="7" indent="0" algn="l">
              <a:lnSpc>
                <a:spcPct val="116875"/>
              </a:lnSpc>
              <a:spcBef>
                <a:spcPts val="0"/>
              </a:spcBef>
              <a:buNone/>
              <a:defRPr sz="1600" b="0" i="0">
                <a:solidFill>
                  <a:schemeClr val="lt1"/>
                </a:solidFill>
                <a:latin typeface="Arial"/>
                <a:ea typeface="Arial"/>
                <a:cs typeface="Arial"/>
                <a:sym typeface="Arial"/>
              </a:defRPr>
            </a:lvl8pPr>
            <a:lvl9pPr marL="38100" marR="0" lvl="8" indent="0" algn="l">
              <a:lnSpc>
                <a:spcPct val="116875"/>
              </a:lnSpc>
              <a:spcBef>
                <a:spcPts val="0"/>
              </a:spcBef>
              <a:buNone/>
              <a:defRPr sz="1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4"/>
        <p:cNvGrpSpPr/>
        <p:nvPr/>
      </p:nvGrpSpPr>
      <p:grpSpPr>
        <a:xfrm>
          <a:off x="0" y="0"/>
          <a:ext cx="0" cy="0"/>
          <a:chOff x="0" y="0"/>
          <a:chExt cx="0" cy="0"/>
        </a:xfrm>
      </p:grpSpPr>
      <p:sp>
        <p:nvSpPr>
          <p:cNvPr id="25" name="Google Shape;25;p7"/>
          <p:cNvSpPr txBox="1">
            <a:spLocks noGrp="1"/>
          </p:cNvSpPr>
          <p:nvPr>
            <p:ph type="ctrTitle"/>
          </p:nvPr>
        </p:nvSpPr>
        <p:spPr>
          <a:xfrm>
            <a:off x="685800" y="2125980"/>
            <a:ext cx="7772400" cy="14401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7"/>
          <p:cNvSpPr txBox="1">
            <a:spLocks noGrp="1"/>
          </p:cNvSpPr>
          <p:nvPr>
            <p:ph type="subTitle" idx="1"/>
          </p:nvPr>
        </p:nvSpPr>
        <p:spPr>
          <a:xfrm>
            <a:off x="1371600" y="3840480"/>
            <a:ext cx="64008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7"/>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 B. Jain Institute of Technology Management and research</a:t>
            </a:r>
            <a:endParaRPr/>
          </a:p>
        </p:txBody>
      </p:sp>
      <p:sp>
        <p:nvSpPr>
          <p:cNvPr id="28" name="Google Shape;28;p7"/>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7"/>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a:lnSpc>
                <a:spcPct val="116875"/>
              </a:lnSpc>
              <a:spcBef>
                <a:spcPts val="0"/>
              </a:spcBef>
              <a:buNone/>
              <a:defRPr sz="1600" b="0" i="0">
                <a:solidFill>
                  <a:schemeClr val="lt1"/>
                </a:solidFill>
                <a:latin typeface="Arial"/>
                <a:ea typeface="Arial"/>
                <a:cs typeface="Arial"/>
                <a:sym typeface="Arial"/>
              </a:defRPr>
            </a:lvl1pPr>
            <a:lvl2pPr marL="38100" marR="0" lvl="1" indent="0" algn="l">
              <a:lnSpc>
                <a:spcPct val="116875"/>
              </a:lnSpc>
              <a:spcBef>
                <a:spcPts val="0"/>
              </a:spcBef>
              <a:buNone/>
              <a:defRPr sz="1600" b="0" i="0">
                <a:solidFill>
                  <a:schemeClr val="lt1"/>
                </a:solidFill>
                <a:latin typeface="Arial"/>
                <a:ea typeface="Arial"/>
                <a:cs typeface="Arial"/>
                <a:sym typeface="Arial"/>
              </a:defRPr>
            </a:lvl2pPr>
            <a:lvl3pPr marL="38100" marR="0" lvl="2" indent="0" algn="l">
              <a:lnSpc>
                <a:spcPct val="116875"/>
              </a:lnSpc>
              <a:spcBef>
                <a:spcPts val="0"/>
              </a:spcBef>
              <a:buNone/>
              <a:defRPr sz="1600" b="0" i="0">
                <a:solidFill>
                  <a:schemeClr val="lt1"/>
                </a:solidFill>
                <a:latin typeface="Arial"/>
                <a:ea typeface="Arial"/>
                <a:cs typeface="Arial"/>
                <a:sym typeface="Arial"/>
              </a:defRPr>
            </a:lvl3pPr>
            <a:lvl4pPr marL="38100" marR="0" lvl="3" indent="0" algn="l">
              <a:lnSpc>
                <a:spcPct val="116875"/>
              </a:lnSpc>
              <a:spcBef>
                <a:spcPts val="0"/>
              </a:spcBef>
              <a:buNone/>
              <a:defRPr sz="1600" b="0" i="0">
                <a:solidFill>
                  <a:schemeClr val="lt1"/>
                </a:solidFill>
                <a:latin typeface="Arial"/>
                <a:ea typeface="Arial"/>
                <a:cs typeface="Arial"/>
                <a:sym typeface="Arial"/>
              </a:defRPr>
            </a:lvl4pPr>
            <a:lvl5pPr marL="38100" marR="0" lvl="4" indent="0" algn="l">
              <a:lnSpc>
                <a:spcPct val="116875"/>
              </a:lnSpc>
              <a:spcBef>
                <a:spcPts val="0"/>
              </a:spcBef>
              <a:buNone/>
              <a:defRPr sz="1600" b="0" i="0">
                <a:solidFill>
                  <a:schemeClr val="lt1"/>
                </a:solidFill>
                <a:latin typeface="Arial"/>
                <a:ea typeface="Arial"/>
                <a:cs typeface="Arial"/>
                <a:sym typeface="Arial"/>
              </a:defRPr>
            </a:lvl5pPr>
            <a:lvl6pPr marL="38100" marR="0" lvl="5" indent="0" algn="l">
              <a:lnSpc>
                <a:spcPct val="116875"/>
              </a:lnSpc>
              <a:spcBef>
                <a:spcPts val="0"/>
              </a:spcBef>
              <a:buNone/>
              <a:defRPr sz="1600" b="0" i="0">
                <a:solidFill>
                  <a:schemeClr val="lt1"/>
                </a:solidFill>
                <a:latin typeface="Arial"/>
                <a:ea typeface="Arial"/>
                <a:cs typeface="Arial"/>
                <a:sym typeface="Arial"/>
              </a:defRPr>
            </a:lvl6pPr>
            <a:lvl7pPr marL="38100" marR="0" lvl="6" indent="0" algn="l">
              <a:lnSpc>
                <a:spcPct val="116875"/>
              </a:lnSpc>
              <a:spcBef>
                <a:spcPts val="0"/>
              </a:spcBef>
              <a:buNone/>
              <a:defRPr sz="1600" b="0" i="0">
                <a:solidFill>
                  <a:schemeClr val="lt1"/>
                </a:solidFill>
                <a:latin typeface="Arial"/>
                <a:ea typeface="Arial"/>
                <a:cs typeface="Arial"/>
                <a:sym typeface="Arial"/>
              </a:defRPr>
            </a:lvl7pPr>
            <a:lvl8pPr marL="38100" marR="0" lvl="7" indent="0" algn="l">
              <a:lnSpc>
                <a:spcPct val="116875"/>
              </a:lnSpc>
              <a:spcBef>
                <a:spcPts val="0"/>
              </a:spcBef>
              <a:buNone/>
              <a:defRPr sz="1600" b="0" i="0">
                <a:solidFill>
                  <a:schemeClr val="lt1"/>
                </a:solidFill>
                <a:latin typeface="Arial"/>
                <a:ea typeface="Arial"/>
                <a:cs typeface="Arial"/>
                <a:sym typeface="Arial"/>
              </a:defRPr>
            </a:lvl8pPr>
            <a:lvl9pPr marL="38100" marR="0" lvl="8" indent="0" algn="l">
              <a:lnSpc>
                <a:spcPct val="116875"/>
              </a:lnSpc>
              <a:spcBef>
                <a:spcPts val="0"/>
              </a:spcBef>
              <a:buNone/>
              <a:defRPr sz="1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670559" y="346709"/>
            <a:ext cx="7802880" cy="3911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0" i="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8"/>
          <p:cNvSpPr txBox="1">
            <a:spLocks noGrp="1"/>
          </p:cNvSpPr>
          <p:nvPr>
            <p:ph type="body" idx="1"/>
          </p:nvPr>
        </p:nvSpPr>
        <p:spPr>
          <a:xfrm>
            <a:off x="457200" y="1577340"/>
            <a:ext cx="397764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8"/>
          <p:cNvSpPr txBox="1">
            <a:spLocks noGrp="1"/>
          </p:cNvSpPr>
          <p:nvPr>
            <p:ph type="body" idx="2"/>
          </p:nvPr>
        </p:nvSpPr>
        <p:spPr>
          <a:xfrm>
            <a:off x="4709160" y="1577340"/>
            <a:ext cx="397764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 B. Jain Institute of Technology Management and research</a:t>
            </a:r>
            <a:endParaRPr/>
          </a:p>
        </p:txBody>
      </p:sp>
      <p:sp>
        <p:nvSpPr>
          <p:cNvPr id="35" name="Google Shape;35;p8"/>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8"/>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a:lnSpc>
                <a:spcPct val="116875"/>
              </a:lnSpc>
              <a:spcBef>
                <a:spcPts val="0"/>
              </a:spcBef>
              <a:buNone/>
              <a:defRPr sz="1600" b="0" i="0">
                <a:solidFill>
                  <a:schemeClr val="lt1"/>
                </a:solidFill>
                <a:latin typeface="Arial"/>
                <a:ea typeface="Arial"/>
                <a:cs typeface="Arial"/>
                <a:sym typeface="Arial"/>
              </a:defRPr>
            </a:lvl1pPr>
            <a:lvl2pPr marL="38100" marR="0" lvl="1" indent="0" algn="l">
              <a:lnSpc>
                <a:spcPct val="116875"/>
              </a:lnSpc>
              <a:spcBef>
                <a:spcPts val="0"/>
              </a:spcBef>
              <a:buNone/>
              <a:defRPr sz="1600" b="0" i="0">
                <a:solidFill>
                  <a:schemeClr val="lt1"/>
                </a:solidFill>
                <a:latin typeface="Arial"/>
                <a:ea typeface="Arial"/>
                <a:cs typeface="Arial"/>
                <a:sym typeface="Arial"/>
              </a:defRPr>
            </a:lvl2pPr>
            <a:lvl3pPr marL="38100" marR="0" lvl="2" indent="0" algn="l">
              <a:lnSpc>
                <a:spcPct val="116875"/>
              </a:lnSpc>
              <a:spcBef>
                <a:spcPts val="0"/>
              </a:spcBef>
              <a:buNone/>
              <a:defRPr sz="1600" b="0" i="0">
                <a:solidFill>
                  <a:schemeClr val="lt1"/>
                </a:solidFill>
                <a:latin typeface="Arial"/>
                <a:ea typeface="Arial"/>
                <a:cs typeface="Arial"/>
                <a:sym typeface="Arial"/>
              </a:defRPr>
            </a:lvl3pPr>
            <a:lvl4pPr marL="38100" marR="0" lvl="3" indent="0" algn="l">
              <a:lnSpc>
                <a:spcPct val="116875"/>
              </a:lnSpc>
              <a:spcBef>
                <a:spcPts val="0"/>
              </a:spcBef>
              <a:buNone/>
              <a:defRPr sz="1600" b="0" i="0">
                <a:solidFill>
                  <a:schemeClr val="lt1"/>
                </a:solidFill>
                <a:latin typeface="Arial"/>
                <a:ea typeface="Arial"/>
                <a:cs typeface="Arial"/>
                <a:sym typeface="Arial"/>
              </a:defRPr>
            </a:lvl4pPr>
            <a:lvl5pPr marL="38100" marR="0" lvl="4" indent="0" algn="l">
              <a:lnSpc>
                <a:spcPct val="116875"/>
              </a:lnSpc>
              <a:spcBef>
                <a:spcPts val="0"/>
              </a:spcBef>
              <a:buNone/>
              <a:defRPr sz="1600" b="0" i="0">
                <a:solidFill>
                  <a:schemeClr val="lt1"/>
                </a:solidFill>
                <a:latin typeface="Arial"/>
                <a:ea typeface="Arial"/>
                <a:cs typeface="Arial"/>
                <a:sym typeface="Arial"/>
              </a:defRPr>
            </a:lvl5pPr>
            <a:lvl6pPr marL="38100" marR="0" lvl="5" indent="0" algn="l">
              <a:lnSpc>
                <a:spcPct val="116875"/>
              </a:lnSpc>
              <a:spcBef>
                <a:spcPts val="0"/>
              </a:spcBef>
              <a:buNone/>
              <a:defRPr sz="1600" b="0" i="0">
                <a:solidFill>
                  <a:schemeClr val="lt1"/>
                </a:solidFill>
                <a:latin typeface="Arial"/>
                <a:ea typeface="Arial"/>
                <a:cs typeface="Arial"/>
                <a:sym typeface="Arial"/>
              </a:defRPr>
            </a:lvl6pPr>
            <a:lvl7pPr marL="38100" marR="0" lvl="6" indent="0" algn="l">
              <a:lnSpc>
                <a:spcPct val="116875"/>
              </a:lnSpc>
              <a:spcBef>
                <a:spcPts val="0"/>
              </a:spcBef>
              <a:buNone/>
              <a:defRPr sz="1600" b="0" i="0">
                <a:solidFill>
                  <a:schemeClr val="lt1"/>
                </a:solidFill>
                <a:latin typeface="Arial"/>
                <a:ea typeface="Arial"/>
                <a:cs typeface="Arial"/>
                <a:sym typeface="Arial"/>
              </a:defRPr>
            </a:lvl7pPr>
            <a:lvl8pPr marL="38100" marR="0" lvl="7" indent="0" algn="l">
              <a:lnSpc>
                <a:spcPct val="116875"/>
              </a:lnSpc>
              <a:spcBef>
                <a:spcPts val="0"/>
              </a:spcBef>
              <a:buNone/>
              <a:defRPr sz="1600" b="0" i="0">
                <a:solidFill>
                  <a:schemeClr val="lt1"/>
                </a:solidFill>
                <a:latin typeface="Arial"/>
                <a:ea typeface="Arial"/>
                <a:cs typeface="Arial"/>
                <a:sym typeface="Arial"/>
              </a:defRPr>
            </a:lvl8pPr>
            <a:lvl9pPr marL="38100" marR="0" lvl="8" indent="0" algn="l">
              <a:lnSpc>
                <a:spcPct val="116875"/>
              </a:lnSpc>
              <a:spcBef>
                <a:spcPts val="0"/>
              </a:spcBef>
              <a:buNone/>
              <a:defRPr sz="1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7"/>
        <p:cNvGrpSpPr/>
        <p:nvPr/>
      </p:nvGrpSpPr>
      <p:grpSpPr>
        <a:xfrm>
          <a:off x="0" y="0"/>
          <a:ext cx="0" cy="0"/>
          <a:chOff x="0" y="0"/>
          <a:chExt cx="0" cy="0"/>
        </a:xfrm>
      </p:grpSpPr>
      <p:sp>
        <p:nvSpPr>
          <p:cNvPr id="38" name="Google Shape;38;p9"/>
          <p:cNvSpPr txBox="1">
            <a:spLocks noGrp="1"/>
          </p:cNvSpPr>
          <p:nvPr>
            <p:ph type="title"/>
          </p:nvPr>
        </p:nvSpPr>
        <p:spPr>
          <a:xfrm>
            <a:off x="670559" y="346709"/>
            <a:ext cx="7802880" cy="3911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0" i="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9"/>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 B. Jain Institute of Technology Management and research</a:t>
            </a:r>
            <a:endParaRPr/>
          </a:p>
        </p:txBody>
      </p:sp>
      <p:sp>
        <p:nvSpPr>
          <p:cNvPr id="40" name="Google Shape;40;p9"/>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9"/>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a:lnSpc>
                <a:spcPct val="116875"/>
              </a:lnSpc>
              <a:spcBef>
                <a:spcPts val="0"/>
              </a:spcBef>
              <a:buNone/>
              <a:defRPr sz="1600" b="0" i="0">
                <a:solidFill>
                  <a:schemeClr val="lt1"/>
                </a:solidFill>
                <a:latin typeface="Arial"/>
                <a:ea typeface="Arial"/>
                <a:cs typeface="Arial"/>
                <a:sym typeface="Arial"/>
              </a:defRPr>
            </a:lvl1pPr>
            <a:lvl2pPr marL="38100" marR="0" lvl="1" indent="0" algn="l">
              <a:lnSpc>
                <a:spcPct val="116875"/>
              </a:lnSpc>
              <a:spcBef>
                <a:spcPts val="0"/>
              </a:spcBef>
              <a:buNone/>
              <a:defRPr sz="1600" b="0" i="0">
                <a:solidFill>
                  <a:schemeClr val="lt1"/>
                </a:solidFill>
                <a:latin typeface="Arial"/>
                <a:ea typeface="Arial"/>
                <a:cs typeface="Arial"/>
                <a:sym typeface="Arial"/>
              </a:defRPr>
            </a:lvl2pPr>
            <a:lvl3pPr marL="38100" marR="0" lvl="2" indent="0" algn="l">
              <a:lnSpc>
                <a:spcPct val="116875"/>
              </a:lnSpc>
              <a:spcBef>
                <a:spcPts val="0"/>
              </a:spcBef>
              <a:buNone/>
              <a:defRPr sz="1600" b="0" i="0">
                <a:solidFill>
                  <a:schemeClr val="lt1"/>
                </a:solidFill>
                <a:latin typeface="Arial"/>
                <a:ea typeface="Arial"/>
                <a:cs typeface="Arial"/>
                <a:sym typeface="Arial"/>
              </a:defRPr>
            </a:lvl3pPr>
            <a:lvl4pPr marL="38100" marR="0" lvl="3" indent="0" algn="l">
              <a:lnSpc>
                <a:spcPct val="116875"/>
              </a:lnSpc>
              <a:spcBef>
                <a:spcPts val="0"/>
              </a:spcBef>
              <a:buNone/>
              <a:defRPr sz="1600" b="0" i="0">
                <a:solidFill>
                  <a:schemeClr val="lt1"/>
                </a:solidFill>
                <a:latin typeface="Arial"/>
                <a:ea typeface="Arial"/>
                <a:cs typeface="Arial"/>
                <a:sym typeface="Arial"/>
              </a:defRPr>
            </a:lvl4pPr>
            <a:lvl5pPr marL="38100" marR="0" lvl="4" indent="0" algn="l">
              <a:lnSpc>
                <a:spcPct val="116875"/>
              </a:lnSpc>
              <a:spcBef>
                <a:spcPts val="0"/>
              </a:spcBef>
              <a:buNone/>
              <a:defRPr sz="1600" b="0" i="0">
                <a:solidFill>
                  <a:schemeClr val="lt1"/>
                </a:solidFill>
                <a:latin typeface="Arial"/>
                <a:ea typeface="Arial"/>
                <a:cs typeface="Arial"/>
                <a:sym typeface="Arial"/>
              </a:defRPr>
            </a:lvl5pPr>
            <a:lvl6pPr marL="38100" marR="0" lvl="5" indent="0" algn="l">
              <a:lnSpc>
                <a:spcPct val="116875"/>
              </a:lnSpc>
              <a:spcBef>
                <a:spcPts val="0"/>
              </a:spcBef>
              <a:buNone/>
              <a:defRPr sz="1600" b="0" i="0">
                <a:solidFill>
                  <a:schemeClr val="lt1"/>
                </a:solidFill>
                <a:latin typeface="Arial"/>
                <a:ea typeface="Arial"/>
                <a:cs typeface="Arial"/>
                <a:sym typeface="Arial"/>
              </a:defRPr>
            </a:lvl6pPr>
            <a:lvl7pPr marL="38100" marR="0" lvl="6" indent="0" algn="l">
              <a:lnSpc>
                <a:spcPct val="116875"/>
              </a:lnSpc>
              <a:spcBef>
                <a:spcPts val="0"/>
              </a:spcBef>
              <a:buNone/>
              <a:defRPr sz="1600" b="0" i="0">
                <a:solidFill>
                  <a:schemeClr val="lt1"/>
                </a:solidFill>
                <a:latin typeface="Arial"/>
                <a:ea typeface="Arial"/>
                <a:cs typeface="Arial"/>
                <a:sym typeface="Arial"/>
              </a:defRPr>
            </a:lvl7pPr>
            <a:lvl8pPr marL="38100" marR="0" lvl="7" indent="0" algn="l">
              <a:lnSpc>
                <a:spcPct val="116875"/>
              </a:lnSpc>
              <a:spcBef>
                <a:spcPts val="0"/>
              </a:spcBef>
              <a:buNone/>
              <a:defRPr sz="1600" b="0" i="0">
                <a:solidFill>
                  <a:schemeClr val="lt1"/>
                </a:solidFill>
                <a:latin typeface="Arial"/>
                <a:ea typeface="Arial"/>
                <a:cs typeface="Arial"/>
                <a:sym typeface="Arial"/>
              </a:defRPr>
            </a:lvl8pPr>
            <a:lvl9pPr marL="38100" marR="0" lvl="8" indent="0" algn="l">
              <a:lnSpc>
                <a:spcPct val="116875"/>
              </a:lnSpc>
              <a:spcBef>
                <a:spcPts val="0"/>
              </a:spcBef>
              <a:buNone/>
              <a:defRPr sz="1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2"/>
        <p:cNvGrpSpPr/>
        <p:nvPr/>
      </p:nvGrpSpPr>
      <p:grpSpPr>
        <a:xfrm>
          <a:off x="0" y="0"/>
          <a:ext cx="0" cy="0"/>
          <a:chOff x="0" y="0"/>
          <a:chExt cx="0" cy="0"/>
        </a:xfrm>
      </p:grpSpPr>
      <p:sp>
        <p:nvSpPr>
          <p:cNvPr id="43" name="Google Shape;43;p10"/>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 B. Jain Institute of Technology Management and research</a:t>
            </a:r>
            <a:endParaRPr/>
          </a:p>
        </p:txBody>
      </p:sp>
      <p:sp>
        <p:nvSpPr>
          <p:cNvPr id="44" name="Google Shape;44;p10"/>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0"/>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a:lnSpc>
                <a:spcPct val="116875"/>
              </a:lnSpc>
              <a:spcBef>
                <a:spcPts val="0"/>
              </a:spcBef>
              <a:buNone/>
              <a:defRPr sz="1600" b="0" i="0">
                <a:solidFill>
                  <a:schemeClr val="lt1"/>
                </a:solidFill>
                <a:latin typeface="Arial"/>
                <a:ea typeface="Arial"/>
                <a:cs typeface="Arial"/>
                <a:sym typeface="Arial"/>
              </a:defRPr>
            </a:lvl1pPr>
            <a:lvl2pPr marL="38100" marR="0" lvl="1" indent="0" algn="l">
              <a:lnSpc>
                <a:spcPct val="116875"/>
              </a:lnSpc>
              <a:spcBef>
                <a:spcPts val="0"/>
              </a:spcBef>
              <a:buNone/>
              <a:defRPr sz="1600" b="0" i="0">
                <a:solidFill>
                  <a:schemeClr val="lt1"/>
                </a:solidFill>
                <a:latin typeface="Arial"/>
                <a:ea typeface="Arial"/>
                <a:cs typeface="Arial"/>
                <a:sym typeface="Arial"/>
              </a:defRPr>
            </a:lvl2pPr>
            <a:lvl3pPr marL="38100" marR="0" lvl="2" indent="0" algn="l">
              <a:lnSpc>
                <a:spcPct val="116875"/>
              </a:lnSpc>
              <a:spcBef>
                <a:spcPts val="0"/>
              </a:spcBef>
              <a:buNone/>
              <a:defRPr sz="1600" b="0" i="0">
                <a:solidFill>
                  <a:schemeClr val="lt1"/>
                </a:solidFill>
                <a:latin typeface="Arial"/>
                <a:ea typeface="Arial"/>
                <a:cs typeface="Arial"/>
                <a:sym typeface="Arial"/>
              </a:defRPr>
            </a:lvl3pPr>
            <a:lvl4pPr marL="38100" marR="0" lvl="3" indent="0" algn="l">
              <a:lnSpc>
                <a:spcPct val="116875"/>
              </a:lnSpc>
              <a:spcBef>
                <a:spcPts val="0"/>
              </a:spcBef>
              <a:buNone/>
              <a:defRPr sz="1600" b="0" i="0">
                <a:solidFill>
                  <a:schemeClr val="lt1"/>
                </a:solidFill>
                <a:latin typeface="Arial"/>
                <a:ea typeface="Arial"/>
                <a:cs typeface="Arial"/>
                <a:sym typeface="Arial"/>
              </a:defRPr>
            </a:lvl4pPr>
            <a:lvl5pPr marL="38100" marR="0" lvl="4" indent="0" algn="l">
              <a:lnSpc>
                <a:spcPct val="116875"/>
              </a:lnSpc>
              <a:spcBef>
                <a:spcPts val="0"/>
              </a:spcBef>
              <a:buNone/>
              <a:defRPr sz="1600" b="0" i="0">
                <a:solidFill>
                  <a:schemeClr val="lt1"/>
                </a:solidFill>
                <a:latin typeface="Arial"/>
                <a:ea typeface="Arial"/>
                <a:cs typeface="Arial"/>
                <a:sym typeface="Arial"/>
              </a:defRPr>
            </a:lvl5pPr>
            <a:lvl6pPr marL="38100" marR="0" lvl="5" indent="0" algn="l">
              <a:lnSpc>
                <a:spcPct val="116875"/>
              </a:lnSpc>
              <a:spcBef>
                <a:spcPts val="0"/>
              </a:spcBef>
              <a:buNone/>
              <a:defRPr sz="1600" b="0" i="0">
                <a:solidFill>
                  <a:schemeClr val="lt1"/>
                </a:solidFill>
                <a:latin typeface="Arial"/>
                <a:ea typeface="Arial"/>
                <a:cs typeface="Arial"/>
                <a:sym typeface="Arial"/>
              </a:defRPr>
            </a:lvl6pPr>
            <a:lvl7pPr marL="38100" marR="0" lvl="6" indent="0" algn="l">
              <a:lnSpc>
                <a:spcPct val="116875"/>
              </a:lnSpc>
              <a:spcBef>
                <a:spcPts val="0"/>
              </a:spcBef>
              <a:buNone/>
              <a:defRPr sz="1600" b="0" i="0">
                <a:solidFill>
                  <a:schemeClr val="lt1"/>
                </a:solidFill>
                <a:latin typeface="Arial"/>
                <a:ea typeface="Arial"/>
                <a:cs typeface="Arial"/>
                <a:sym typeface="Arial"/>
              </a:defRPr>
            </a:lvl7pPr>
            <a:lvl8pPr marL="38100" marR="0" lvl="7" indent="0" algn="l">
              <a:lnSpc>
                <a:spcPct val="116875"/>
              </a:lnSpc>
              <a:spcBef>
                <a:spcPts val="0"/>
              </a:spcBef>
              <a:buNone/>
              <a:defRPr sz="1600" b="0" i="0">
                <a:solidFill>
                  <a:schemeClr val="lt1"/>
                </a:solidFill>
                <a:latin typeface="Arial"/>
                <a:ea typeface="Arial"/>
                <a:cs typeface="Arial"/>
                <a:sym typeface="Arial"/>
              </a:defRPr>
            </a:lvl8pPr>
            <a:lvl9pPr marL="38100" marR="0" lvl="8" indent="0" algn="l">
              <a:lnSpc>
                <a:spcPct val="116875"/>
              </a:lnSpc>
              <a:spcBef>
                <a:spcPts val="0"/>
              </a:spcBef>
              <a:buNone/>
              <a:defRPr sz="1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p:nvPr/>
        </p:nvSpPr>
        <p:spPr>
          <a:xfrm>
            <a:off x="146050" y="6390640"/>
            <a:ext cx="8832850" cy="309880"/>
          </a:xfrm>
          <a:custGeom>
            <a:avLst/>
            <a:gdLst/>
            <a:ahLst/>
            <a:cxnLst/>
            <a:rect l="l" t="t" r="r" b="b"/>
            <a:pathLst>
              <a:path w="8832850" h="309879" extrusionOk="0">
                <a:moveTo>
                  <a:pt x="8832850" y="0"/>
                </a:moveTo>
                <a:lnTo>
                  <a:pt x="0" y="0"/>
                </a:lnTo>
                <a:lnTo>
                  <a:pt x="0" y="309880"/>
                </a:lnTo>
                <a:lnTo>
                  <a:pt x="8832850" y="309880"/>
                </a:lnTo>
                <a:close/>
              </a:path>
            </a:pathLst>
          </a:custGeom>
          <a:solidFill>
            <a:srgbClr val="8BACA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 name="Google Shape;11;p4"/>
          <p:cNvSpPr/>
          <p:nvPr/>
        </p:nvSpPr>
        <p:spPr>
          <a:xfrm>
            <a:off x="152400" y="158750"/>
            <a:ext cx="8832850" cy="6546850"/>
          </a:xfrm>
          <a:custGeom>
            <a:avLst/>
            <a:gdLst/>
            <a:ahLst/>
            <a:cxnLst/>
            <a:rect l="l" t="t" r="r" b="b"/>
            <a:pathLst>
              <a:path w="8832850" h="6546850" extrusionOk="0">
                <a:moveTo>
                  <a:pt x="4415790" y="6546850"/>
                </a:moveTo>
                <a:lnTo>
                  <a:pt x="0" y="6546850"/>
                </a:lnTo>
                <a:lnTo>
                  <a:pt x="0" y="0"/>
                </a:lnTo>
                <a:lnTo>
                  <a:pt x="8832850" y="0"/>
                </a:lnTo>
                <a:lnTo>
                  <a:pt x="8832850" y="6546850"/>
                </a:lnTo>
                <a:lnTo>
                  <a:pt x="4415790" y="6546850"/>
                </a:lnTo>
                <a:close/>
              </a:path>
            </a:pathLst>
          </a:custGeom>
          <a:noFill/>
          <a:ln w="9525" cap="flat" cmpd="sng">
            <a:solidFill>
              <a:srgbClr val="7A97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 name="Google Shape;12;p4"/>
          <p:cNvSpPr txBox="1">
            <a:spLocks noGrp="1"/>
          </p:cNvSpPr>
          <p:nvPr>
            <p:ph type="title"/>
          </p:nvPr>
        </p:nvSpPr>
        <p:spPr>
          <a:xfrm>
            <a:off x="670559" y="346709"/>
            <a:ext cx="7802880" cy="391159"/>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2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4"/>
          <p:cNvSpPr txBox="1">
            <a:spLocks noGrp="1"/>
          </p:cNvSpPr>
          <p:nvPr>
            <p:ph type="body" idx="1"/>
          </p:nvPr>
        </p:nvSpPr>
        <p:spPr>
          <a:xfrm>
            <a:off x="762000" y="1828800"/>
            <a:ext cx="7471409" cy="381000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4" name="Google Shape;14;p4"/>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200" b="0" i="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US"/>
              <a:t>S. B. Jain Institute of Technology Management and research</a:t>
            </a:r>
            <a:endParaRPr/>
          </a:p>
        </p:txBody>
      </p:sp>
      <p:sp>
        <p:nvSpPr>
          <p:cNvPr id="15" name="Google Shape;15;p4"/>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4"/>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rtl="0">
              <a:lnSpc>
                <a:spcPct val="116875"/>
              </a:lnSpc>
              <a:spcBef>
                <a:spcPts val="0"/>
              </a:spcBef>
              <a:buNone/>
              <a:defRPr sz="1600" b="0" i="0" u="none">
                <a:solidFill>
                  <a:schemeClr val="lt1"/>
                </a:solidFill>
                <a:latin typeface="Arial"/>
                <a:ea typeface="Arial"/>
                <a:cs typeface="Arial"/>
                <a:sym typeface="Arial"/>
              </a:defRPr>
            </a:lvl1pPr>
            <a:lvl2pPr marL="38100" marR="0" lvl="1" indent="0" algn="l" rtl="0">
              <a:lnSpc>
                <a:spcPct val="116875"/>
              </a:lnSpc>
              <a:spcBef>
                <a:spcPts val="0"/>
              </a:spcBef>
              <a:buNone/>
              <a:defRPr sz="1600" b="0" i="0" u="none">
                <a:solidFill>
                  <a:schemeClr val="lt1"/>
                </a:solidFill>
                <a:latin typeface="Arial"/>
                <a:ea typeface="Arial"/>
                <a:cs typeface="Arial"/>
                <a:sym typeface="Arial"/>
              </a:defRPr>
            </a:lvl2pPr>
            <a:lvl3pPr marL="38100" marR="0" lvl="2" indent="0" algn="l" rtl="0">
              <a:lnSpc>
                <a:spcPct val="116875"/>
              </a:lnSpc>
              <a:spcBef>
                <a:spcPts val="0"/>
              </a:spcBef>
              <a:buNone/>
              <a:defRPr sz="1600" b="0" i="0" u="none">
                <a:solidFill>
                  <a:schemeClr val="lt1"/>
                </a:solidFill>
                <a:latin typeface="Arial"/>
                <a:ea typeface="Arial"/>
                <a:cs typeface="Arial"/>
                <a:sym typeface="Arial"/>
              </a:defRPr>
            </a:lvl3pPr>
            <a:lvl4pPr marL="38100" marR="0" lvl="3" indent="0" algn="l" rtl="0">
              <a:lnSpc>
                <a:spcPct val="116875"/>
              </a:lnSpc>
              <a:spcBef>
                <a:spcPts val="0"/>
              </a:spcBef>
              <a:buNone/>
              <a:defRPr sz="1600" b="0" i="0" u="none">
                <a:solidFill>
                  <a:schemeClr val="lt1"/>
                </a:solidFill>
                <a:latin typeface="Arial"/>
                <a:ea typeface="Arial"/>
                <a:cs typeface="Arial"/>
                <a:sym typeface="Arial"/>
              </a:defRPr>
            </a:lvl4pPr>
            <a:lvl5pPr marL="38100" marR="0" lvl="4" indent="0" algn="l" rtl="0">
              <a:lnSpc>
                <a:spcPct val="116875"/>
              </a:lnSpc>
              <a:spcBef>
                <a:spcPts val="0"/>
              </a:spcBef>
              <a:buNone/>
              <a:defRPr sz="1600" b="0" i="0" u="none">
                <a:solidFill>
                  <a:schemeClr val="lt1"/>
                </a:solidFill>
                <a:latin typeface="Arial"/>
                <a:ea typeface="Arial"/>
                <a:cs typeface="Arial"/>
                <a:sym typeface="Arial"/>
              </a:defRPr>
            </a:lvl5pPr>
            <a:lvl6pPr marL="38100" marR="0" lvl="5" indent="0" algn="l" rtl="0">
              <a:lnSpc>
                <a:spcPct val="116875"/>
              </a:lnSpc>
              <a:spcBef>
                <a:spcPts val="0"/>
              </a:spcBef>
              <a:buNone/>
              <a:defRPr sz="1600" b="0" i="0" u="none">
                <a:solidFill>
                  <a:schemeClr val="lt1"/>
                </a:solidFill>
                <a:latin typeface="Arial"/>
                <a:ea typeface="Arial"/>
                <a:cs typeface="Arial"/>
                <a:sym typeface="Arial"/>
              </a:defRPr>
            </a:lvl6pPr>
            <a:lvl7pPr marL="38100" marR="0" lvl="6" indent="0" algn="l" rtl="0">
              <a:lnSpc>
                <a:spcPct val="116875"/>
              </a:lnSpc>
              <a:spcBef>
                <a:spcPts val="0"/>
              </a:spcBef>
              <a:buNone/>
              <a:defRPr sz="1600" b="0" i="0" u="none">
                <a:solidFill>
                  <a:schemeClr val="lt1"/>
                </a:solidFill>
                <a:latin typeface="Arial"/>
                <a:ea typeface="Arial"/>
                <a:cs typeface="Arial"/>
                <a:sym typeface="Arial"/>
              </a:defRPr>
            </a:lvl7pPr>
            <a:lvl8pPr marL="38100" marR="0" lvl="7" indent="0" algn="l" rtl="0">
              <a:lnSpc>
                <a:spcPct val="116875"/>
              </a:lnSpc>
              <a:spcBef>
                <a:spcPts val="0"/>
              </a:spcBef>
              <a:buNone/>
              <a:defRPr sz="1600" b="0" i="0" u="none">
                <a:solidFill>
                  <a:schemeClr val="lt1"/>
                </a:solidFill>
                <a:latin typeface="Arial"/>
                <a:ea typeface="Arial"/>
                <a:cs typeface="Arial"/>
                <a:sym typeface="Arial"/>
              </a:defRPr>
            </a:lvl8pPr>
            <a:lvl9pPr marL="38100" marR="0" lvl="8" indent="0" algn="l" rtl="0">
              <a:lnSpc>
                <a:spcPct val="116875"/>
              </a:lnSpc>
              <a:spcBef>
                <a:spcPts val="0"/>
              </a:spcBef>
              <a:buNone/>
              <a:defRPr sz="1600" b="0" i="0" u="none">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creativecommons.org/licenses/by-nc/3.0/" TargetMode="External"/><Relationship Id="rId4" Type="http://schemas.openxmlformats.org/officeDocument/2006/relationships/hyperlink" Target="https://freepngimg.com/png/77741-heart-thank-youtube-watercolor-you-paint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
          <p:cNvSpPr txBox="1">
            <a:spLocks noGrp="1"/>
          </p:cNvSpPr>
          <p:nvPr>
            <p:ph type="title"/>
          </p:nvPr>
        </p:nvSpPr>
        <p:spPr>
          <a:xfrm>
            <a:off x="304800" y="304800"/>
            <a:ext cx="8305800" cy="3398366"/>
          </a:xfrm>
          <a:prstGeom prst="rect">
            <a:avLst/>
          </a:prstGeom>
          <a:noFill/>
          <a:ln>
            <a:noFill/>
          </a:ln>
        </p:spPr>
        <p:txBody>
          <a:bodyPr spcFirstLastPara="1" wrap="square" lIns="0" tIns="12700" rIns="0" bIns="0" anchor="t" anchorCtr="0">
            <a:spAutoFit/>
          </a:bodyPr>
          <a:lstStyle/>
          <a:p>
            <a:pPr marL="12700" lvl="0" algn="ctr"/>
            <a:r>
              <a:rPr lang="en-US" sz="3200" b="1" dirty="0">
                <a:solidFill>
                  <a:srgbClr val="000000"/>
                </a:solidFill>
                <a:latin typeface="Times New Roman"/>
                <a:ea typeface="Times New Roman"/>
                <a:cs typeface="Times New Roman"/>
                <a:sym typeface="Times New Roman"/>
              </a:rPr>
              <a:t>Experiential Learning</a:t>
            </a:r>
            <a:br>
              <a:rPr lang="en-US" sz="3200" b="1" dirty="0">
                <a:solidFill>
                  <a:srgbClr val="000000"/>
                </a:solidFill>
                <a:latin typeface="Times New Roman"/>
                <a:ea typeface="Times New Roman"/>
                <a:cs typeface="Times New Roman"/>
                <a:sym typeface="Times New Roman"/>
              </a:rPr>
            </a:br>
            <a:r>
              <a:rPr lang="en-US" sz="3200" b="1" dirty="0">
                <a:solidFill>
                  <a:srgbClr val="000000"/>
                </a:solidFill>
                <a:latin typeface="Times New Roman"/>
                <a:ea typeface="Times New Roman"/>
                <a:cs typeface="Times New Roman"/>
                <a:sym typeface="Times New Roman"/>
              </a:rPr>
              <a:t>Project Assessment-I</a:t>
            </a:r>
            <a:br>
              <a:rPr lang="en-US" sz="3200" b="1" dirty="0">
                <a:solidFill>
                  <a:srgbClr val="000000"/>
                </a:solidFill>
                <a:latin typeface="Times New Roman"/>
                <a:ea typeface="Times New Roman"/>
                <a:cs typeface="Times New Roman"/>
                <a:sym typeface="Times New Roman"/>
              </a:rPr>
            </a:br>
            <a:r>
              <a:rPr lang="en-US" sz="3200" b="1" dirty="0">
                <a:solidFill>
                  <a:srgbClr val="000000"/>
                </a:solidFill>
                <a:latin typeface="Times New Roman"/>
                <a:ea typeface="Times New Roman"/>
                <a:cs typeface="Times New Roman"/>
                <a:sym typeface="Times New Roman"/>
              </a:rPr>
              <a:t>on</a:t>
            </a:r>
            <a:br>
              <a:rPr lang="en-US" sz="3200" b="1" dirty="0">
                <a:solidFill>
                  <a:srgbClr val="000000"/>
                </a:solidFill>
                <a:latin typeface="Times New Roman"/>
                <a:ea typeface="Times New Roman"/>
                <a:cs typeface="Times New Roman"/>
                <a:sym typeface="Times New Roman"/>
              </a:rPr>
            </a:br>
            <a:r>
              <a:rPr lang="en-US" sz="3200" b="1" dirty="0">
                <a:solidFill>
                  <a:srgbClr val="0000FF"/>
                </a:solidFill>
                <a:latin typeface="Times New Roman"/>
                <a:ea typeface="Times New Roman"/>
                <a:cs typeface="Times New Roman"/>
                <a:sym typeface="Times New Roman"/>
              </a:rPr>
              <a:t>“Personal Expense Tracker”</a:t>
            </a:r>
            <a:br>
              <a:rPr lang="en-US" sz="3200" b="1" dirty="0">
                <a:solidFill>
                  <a:srgbClr val="0000FF"/>
                </a:solidFill>
                <a:latin typeface="Times New Roman"/>
                <a:ea typeface="Times New Roman"/>
                <a:cs typeface="Times New Roman"/>
                <a:sym typeface="Times New Roman"/>
              </a:rPr>
            </a:br>
            <a:r>
              <a:rPr lang="en-US" sz="2800" b="1" dirty="0">
                <a:solidFill>
                  <a:srgbClr val="0000FF"/>
                </a:solidFill>
                <a:latin typeface="Times New Roman"/>
                <a:ea typeface="Times New Roman"/>
                <a:cs typeface="Times New Roman"/>
                <a:sym typeface="Times New Roman"/>
              </a:rPr>
              <a:t>under the course</a:t>
            </a:r>
            <a:br>
              <a:rPr lang="en-US" sz="3200" b="1" dirty="0">
                <a:solidFill>
                  <a:srgbClr val="0000FF"/>
                </a:solidFill>
                <a:latin typeface="Times New Roman"/>
                <a:ea typeface="Times New Roman"/>
                <a:cs typeface="Times New Roman"/>
                <a:sym typeface="Times New Roman"/>
              </a:rPr>
            </a:br>
            <a:r>
              <a:rPr lang="en-US" b="1" dirty="0">
                <a:solidFill>
                  <a:srgbClr val="0000FF"/>
                </a:solidFill>
                <a:latin typeface="Times New Roman"/>
                <a:ea typeface="Times New Roman"/>
                <a:cs typeface="Times New Roman"/>
                <a:sym typeface="Times New Roman"/>
              </a:rPr>
              <a:t>Python Programming Language (N-PCCCM304P)</a:t>
            </a:r>
            <a:br>
              <a:rPr lang="en-US" sz="3200" b="1" dirty="0">
                <a:solidFill>
                  <a:srgbClr val="0000FF"/>
                </a:solidFill>
                <a:latin typeface="Times New Roman"/>
                <a:ea typeface="Times New Roman"/>
                <a:cs typeface="Times New Roman"/>
                <a:sym typeface="Times New Roman"/>
              </a:rPr>
            </a:br>
            <a:endParaRPr sz="3200" dirty="0">
              <a:solidFill>
                <a:srgbClr val="0000FF"/>
              </a:solidFill>
              <a:latin typeface="Times New Roman"/>
              <a:ea typeface="Times New Roman"/>
              <a:cs typeface="Times New Roman"/>
              <a:sym typeface="Times New Roman"/>
            </a:endParaRPr>
          </a:p>
        </p:txBody>
      </p:sp>
      <p:sp>
        <p:nvSpPr>
          <p:cNvPr id="53" name="Google Shape;53;p1"/>
          <p:cNvSpPr/>
          <p:nvPr/>
        </p:nvSpPr>
        <p:spPr>
          <a:xfrm>
            <a:off x="685800" y="3295692"/>
            <a:ext cx="2743200" cy="1504908"/>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2000" b="1" dirty="0">
                <a:solidFill>
                  <a:srgbClr val="000000"/>
                </a:solidFill>
                <a:latin typeface="Times New Roman"/>
                <a:ea typeface="Times New Roman"/>
                <a:cs typeface="Times New Roman"/>
                <a:sym typeface="Times New Roman"/>
              </a:rPr>
              <a:t>Presented By</a:t>
            </a:r>
            <a:endParaRPr dirty="0"/>
          </a:p>
          <a:p>
            <a:pPr marL="0" marR="0" lvl="0" indent="0" algn="l" rtl="0">
              <a:lnSpc>
                <a:spcPct val="100000"/>
              </a:lnSpc>
              <a:spcBef>
                <a:spcPts val="0"/>
              </a:spcBef>
              <a:spcAft>
                <a:spcPts val="0"/>
              </a:spcAft>
              <a:buNone/>
            </a:pPr>
            <a:r>
              <a:rPr lang="en-IN" sz="1800" b="1" dirty="0">
                <a:solidFill>
                  <a:schemeClr val="dk1"/>
                </a:solidFill>
                <a:latin typeface="Times New Roman"/>
                <a:ea typeface="Times New Roman"/>
                <a:cs typeface="Times New Roman"/>
                <a:sym typeface="Times New Roman"/>
              </a:rPr>
              <a:t>Sinchan Abhishek Tambe</a:t>
            </a:r>
          </a:p>
          <a:p>
            <a:pPr marL="0" marR="0" lvl="0" indent="0" algn="l" rtl="0">
              <a:lnSpc>
                <a:spcPct val="100000"/>
              </a:lnSpc>
              <a:spcBef>
                <a:spcPts val="0"/>
              </a:spcBef>
              <a:spcAft>
                <a:spcPts val="0"/>
              </a:spcAft>
              <a:buNone/>
            </a:pPr>
            <a:r>
              <a:rPr lang="en-IN" sz="1800" b="1" dirty="0">
                <a:solidFill>
                  <a:schemeClr val="dk1"/>
                </a:solidFill>
                <a:latin typeface="Times New Roman"/>
                <a:ea typeface="Times New Roman"/>
                <a:cs typeface="Times New Roman"/>
                <a:sym typeface="Times New Roman"/>
              </a:rPr>
              <a:t>CM25054</a:t>
            </a:r>
          </a:p>
          <a:p>
            <a:pPr marL="0" marR="0" lvl="0" indent="0" algn="l" rtl="0">
              <a:lnSpc>
                <a:spcPct val="100000"/>
              </a:lnSpc>
              <a:spcBef>
                <a:spcPts val="0"/>
              </a:spcBef>
              <a:spcAft>
                <a:spcPts val="0"/>
              </a:spcAft>
              <a:buNone/>
            </a:pPr>
            <a:r>
              <a:rPr lang="en-IN" sz="1800" b="1" dirty="0">
                <a:solidFill>
                  <a:schemeClr val="dk1"/>
                </a:solidFill>
                <a:latin typeface="Times New Roman"/>
                <a:ea typeface="Times New Roman"/>
                <a:cs typeface="Times New Roman"/>
                <a:sym typeface="Times New Roman"/>
              </a:rPr>
              <a:t>Section A</a:t>
            </a:r>
            <a:endParaRPr sz="1800" b="1"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2000" b="1" dirty="0">
                <a:solidFill>
                  <a:srgbClr val="000000"/>
                </a:solidFill>
                <a:latin typeface="Times New Roman"/>
                <a:ea typeface="Times New Roman"/>
                <a:cs typeface="Times New Roman"/>
                <a:sym typeface="Times New Roman"/>
              </a:rPr>
              <a:t>                                    </a:t>
            </a:r>
            <a:endParaRPr sz="1800" dirty="0">
              <a:solidFill>
                <a:srgbClr val="0000FF"/>
              </a:solidFill>
              <a:latin typeface="Times New Roman"/>
              <a:ea typeface="Times New Roman"/>
              <a:cs typeface="Times New Roman"/>
              <a:sym typeface="Times New Roman"/>
            </a:endParaRPr>
          </a:p>
        </p:txBody>
      </p:sp>
      <p:sp>
        <p:nvSpPr>
          <p:cNvPr id="54" name="Google Shape;54;p1"/>
          <p:cNvSpPr/>
          <p:nvPr/>
        </p:nvSpPr>
        <p:spPr>
          <a:xfrm>
            <a:off x="5305425" y="3277000"/>
            <a:ext cx="3409950" cy="122256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2000" b="1">
                <a:solidFill>
                  <a:schemeClr val="dk1"/>
                </a:solidFill>
                <a:latin typeface="Times New Roman"/>
                <a:ea typeface="Times New Roman"/>
                <a:cs typeface="Times New Roman"/>
                <a:sym typeface="Times New Roman"/>
              </a:rPr>
              <a:t>Under the Guidance </a:t>
            </a:r>
            <a:endParaRPr/>
          </a:p>
          <a:p>
            <a:pPr marL="0" marR="0" lvl="0" indent="0" algn="ctr" rtl="0">
              <a:lnSpc>
                <a:spcPct val="100000"/>
              </a:lnSpc>
              <a:spcBef>
                <a:spcPts val="0"/>
              </a:spcBef>
              <a:spcAft>
                <a:spcPts val="0"/>
              </a:spcAft>
              <a:buNone/>
            </a:pPr>
            <a:r>
              <a:rPr lang="en-US" sz="2000" b="1">
                <a:solidFill>
                  <a:schemeClr val="dk1"/>
                </a:solidFill>
                <a:latin typeface="Times New Roman"/>
                <a:ea typeface="Times New Roman"/>
                <a:cs typeface="Times New Roman"/>
                <a:sym typeface="Times New Roman"/>
              </a:rPr>
              <a:t>of </a:t>
            </a:r>
            <a:endParaRPr sz="180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US" sz="2000" b="1">
                <a:solidFill>
                  <a:schemeClr val="dk1"/>
                </a:solidFill>
                <a:latin typeface="Times New Roman"/>
                <a:ea typeface="Times New Roman"/>
                <a:cs typeface="Times New Roman"/>
                <a:sym typeface="Times New Roman"/>
              </a:rPr>
              <a:t>Mrs. Mayuri Getme</a:t>
            </a:r>
            <a:endParaRPr sz="2000">
              <a:solidFill>
                <a:srgbClr val="0000FF"/>
              </a:solidFill>
              <a:latin typeface="Times New Roman"/>
              <a:ea typeface="Times New Roman"/>
              <a:cs typeface="Times New Roman"/>
              <a:sym typeface="Times New Roman"/>
            </a:endParaRPr>
          </a:p>
        </p:txBody>
      </p:sp>
      <p:sp>
        <p:nvSpPr>
          <p:cNvPr id="55" name="Google Shape;55;p1"/>
          <p:cNvSpPr/>
          <p:nvPr/>
        </p:nvSpPr>
        <p:spPr>
          <a:xfrm>
            <a:off x="1447800" y="4648200"/>
            <a:ext cx="6629040" cy="3978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2200" b="1">
                <a:solidFill>
                  <a:srgbClr val="000000"/>
                </a:solidFill>
                <a:latin typeface="Times New Roman"/>
                <a:ea typeface="Times New Roman"/>
                <a:cs typeface="Times New Roman"/>
                <a:sym typeface="Times New Roman"/>
              </a:rPr>
              <a:t>Session:2026-27 (ODD )</a:t>
            </a:r>
            <a:endParaRPr/>
          </a:p>
          <a:p>
            <a:pPr marL="0" marR="0" lvl="0" indent="0" algn="ctr" rtl="0">
              <a:lnSpc>
                <a:spcPct val="100000"/>
              </a:lnSpc>
              <a:spcBef>
                <a:spcPts val="0"/>
              </a:spcBef>
              <a:spcAft>
                <a:spcPts val="0"/>
              </a:spcAft>
              <a:buNone/>
            </a:pPr>
            <a:r>
              <a:rPr lang="en-US" sz="1800" b="1">
                <a:solidFill>
                  <a:srgbClr val="000000"/>
                </a:solidFill>
                <a:latin typeface="Times New Roman"/>
                <a:ea typeface="Times New Roman"/>
                <a:cs typeface="Times New Roman"/>
                <a:sym typeface="Times New Roman"/>
              </a:rPr>
              <a:t>Department of CSE(AI&amp;ML)</a:t>
            </a:r>
            <a:endParaRPr sz="1800" b="1">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56" name="Google Shape;56;p1"/>
          <p:cNvSpPr/>
          <p:nvPr/>
        </p:nvSpPr>
        <p:spPr>
          <a:xfrm>
            <a:off x="457200" y="5334000"/>
            <a:ext cx="8229600" cy="914400"/>
          </a:xfrm>
          <a:prstGeom prst="rect">
            <a:avLst/>
          </a:prstGeom>
          <a:noFill/>
          <a:ln>
            <a:noFill/>
          </a:ln>
        </p:spPr>
        <p:txBody>
          <a:bodyPr spcFirstLastPara="1" wrap="square" lIns="90000" tIns="45000" rIns="90000" bIns="45000" anchor="t" anchorCtr="0">
            <a:noAutofit/>
          </a:bodyPr>
          <a:lstStyle/>
          <a:p>
            <a:pPr marL="0" marR="0" lvl="0" indent="0" algn="ctr" rtl="0">
              <a:lnSpc>
                <a:spcPct val="93000"/>
              </a:lnSpc>
              <a:spcBef>
                <a:spcPts val="0"/>
              </a:spcBef>
              <a:spcAft>
                <a:spcPts val="0"/>
              </a:spcAft>
              <a:buNone/>
            </a:pPr>
            <a:r>
              <a:rPr lang="en-US" sz="2200" b="1">
                <a:solidFill>
                  <a:srgbClr val="000000"/>
                </a:solidFill>
                <a:latin typeface="Times New Roman"/>
                <a:ea typeface="Times New Roman"/>
                <a:cs typeface="Times New Roman"/>
                <a:sym typeface="Times New Roman"/>
              </a:rPr>
              <a:t>      </a:t>
            </a:r>
            <a:r>
              <a:rPr lang="en-US" sz="2000" b="1">
                <a:solidFill>
                  <a:srgbClr val="000000"/>
                </a:solidFill>
                <a:latin typeface="Times New Roman"/>
                <a:ea typeface="Times New Roman"/>
                <a:cs typeface="Times New Roman"/>
                <a:sym typeface="Times New Roman"/>
              </a:rPr>
              <a:t>S. B. JAIN INSTITUTE OF TECHNOLOGY MANAGEMENT AND RESEARCH,NAGPUR</a:t>
            </a:r>
            <a:endParaRPr/>
          </a:p>
          <a:p>
            <a:pPr marL="0" marR="0" lvl="0" indent="0" algn="ctr" rtl="0">
              <a:lnSpc>
                <a:spcPct val="93000"/>
              </a:lnSpc>
              <a:spcBef>
                <a:spcPts val="0"/>
              </a:spcBef>
              <a:spcAft>
                <a:spcPts val="0"/>
              </a:spcAft>
              <a:buNone/>
            </a:pPr>
            <a:r>
              <a:rPr lang="en-US" sz="2000" b="1">
                <a:solidFill>
                  <a:srgbClr val="000000"/>
                </a:solidFill>
                <a:latin typeface="Times New Roman"/>
                <a:ea typeface="Times New Roman"/>
                <a:cs typeface="Times New Roman"/>
                <a:sym typeface="Times New Roman"/>
              </a:rPr>
              <a:t>An Autonomous Institute, Affiliated to RTMNU, Nagpur</a:t>
            </a:r>
            <a:endParaRPr sz="2000">
              <a:solidFill>
                <a:schemeClr val="dk1"/>
              </a:solidFill>
              <a:latin typeface="Times New Roman"/>
              <a:ea typeface="Times New Roman"/>
              <a:cs typeface="Times New Roman"/>
              <a:sym typeface="Times New Roman"/>
            </a:endParaRPr>
          </a:p>
        </p:txBody>
      </p:sp>
      <p:pic>
        <p:nvPicPr>
          <p:cNvPr id="57" name="Google Shape;57;p1" descr="C:\Users\PROJECT LAB\Desktop\College LOGO.png"/>
          <p:cNvPicPr preferRelativeResize="0"/>
          <p:nvPr/>
        </p:nvPicPr>
        <p:blipFill rotWithShape="1">
          <a:blip r:embed="rId3">
            <a:alphaModFix/>
          </a:blip>
          <a:srcRect/>
          <a:stretch/>
        </p:blipFill>
        <p:spPr>
          <a:xfrm>
            <a:off x="3838575" y="3286617"/>
            <a:ext cx="1466850" cy="1066801"/>
          </a:xfrm>
          <a:prstGeom prst="rect">
            <a:avLst/>
          </a:prstGeom>
          <a:noFill/>
          <a:ln>
            <a:noFill/>
          </a:ln>
        </p:spPr>
      </p:pic>
      <p:sp>
        <p:nvSpPr>
          <p:cNvPr id="58" name="Google Shape;58;p1"/>
          <p:cNvSpPr txBox="1">
            <a:spLocks noGrp="1"/>
          </p:cNvSpPr>
          <p:nvPr>
            <p:ph type="ftr" idx="11"/>
          </p:nvPr>
        </p:nvSpPr>
        <p:spPr>
          <a:xfrm>
            <a:off x="3352800" y="6477000"/>
            <a:ext cx="5637530" cy="215444"/>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None/>
            </a:pPr>
            <a:r>
              <a:rPr lang="en-US" sz="1400" b="1" dirty="0"/>
              <a:t>S. B. Jain Institute of Technology Management and research</a:t>
            </a:r>
            <a:endParaRPr sz="1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g3f9a5c084c8_0_0"/>
          <p:cNvSpPr txBox="1">
            <a:spLocks noGrp="1"/>
          </p:cNvSpPr>
          <p:nvPr>
            <p:ph type="title"/>
          </p:nvPr>
        </p:nvSpPr>
        <p:spPr>
          <a:xfrm>
            <a:off x="670559" y="346709"/>
            <a:ext cx="7803000" cy="861774"/>
          </a:xfrm>
          <a:prstGeom prst="rect">
            <a:avLst/>
          </a:prstGeom>
        </p:spPr>
        <p:txBody>
          <a:bodyPr spcFirstLastPara="1" wrap="square" lIns="0" tIns="0" rIns="0" bIns="0" anchor="t" anchorCtr="0">
            <a:spAutoFit/>
          </a:bodyPr>
          <a:lstStyle/>
          <a:p>
            <a:r>
              <a:rPr lang="en-US" sz="2800" b="1" i="1" dirty="0">
                <a:latin typeface="Times New Roman" panose="02020603050405020304" pitchFamily="18" charset="0"/>
                <a:cs typeface="Times New Roman" panose="02020603050405020304" pitchFamily="18" charset="0"/>
              </a:rPr>
              <a:t>Problem statement:</a:t>
            </a:r>
            <a:br>
              <a:rPr lang="en-US" sz="2800" b="1" i="1" dirty="0">
                <a:latin typeface="Times New Roman" panose="02020603050405020304" pitchFamily="18" charset="0"/>
                <a:cs typeface="Times New Roman" panose="02020603050405020304" pitchFamily="18" charset="0"/>
              </a:rPr>
            </a:br>
            <a:endParaRPr sz="2800" b="1" i="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2381893-7D7D-B902-E868-D8FCA57C25F8}"/>
              </a:ext>
            </a:extLst>
          </p:cNvPr>
          <p:cNvSpPr txBox="1"/>
          <p:nvPr/>
        </p:nvSpPr>
        <p:spPr>
          <a:xfrm>
            <a:off x="670441" y="882173"/>
            <a:ext cx="7803000" cy="1815882"/>
          </a:xfrm>
          <a:prstGeom prst="rect">
            <a:avLst/>
          </a:prstGeom>
          <a:noFill/>
        </p:spPr>
        <p:txBody>
          <a:bodyPr wrap="square">
            <a:spAutoFit/>
          </a:bodyPr>
          <a:lstStyle/>
          <a:p>
            <a:r>
              <a:rPr lang="en-IN" sz="1600" b="1" u="sng" dirty="0">
                <a:latin typeface="Times New Roman" panose="02020603050405020304" pitchFamily="18" charset="0"/>
                <a:cs typeface="Times New Roman" panose="02020603050405020304" pitchFamily="18" charset="0"/>
              </a:rPr>
              <a:t>Personal Expense Tracker: </a:t>
            </a:r>
          </a:p>
          <a:p>
            <a:r>
              <a:rPr lang="en-IN" sz="1600" dirty="0">
                <a:latin typeface="Times New Roman" panose="02020603050405020304" pitchFamily="18" charset="0"/>
                <a:cs typeface="Times New Roman" panose="02020603050405020304" pitchFamily="18" charset="0"/>
              </a:rPr>
              <a:t>Develop a Python-based Personal Expense Tracker that helps users record, organize, and monitor their daily income and expenses. The application should allow users to add, view, update, and delete financial transactions, categorize expenses, calculate total income, total expenses, and current balance, and generate monthly or category-wise expense reports. The system should securely store financial records using file handling or a database and provide a simple, menu-driven interface for efficient personal finance management. </a:t>
            </a:r>
          </a:p>
        </p:txBody>
      </p:sp>
      <p:sp>
        <p:nvSpPr>
          <p:cNvPr id="2" name="Footer Placeholder 1">
            <a:extLst>
              <a:ext uri="{FF2B5EF4-FFF2-40B4-BE49-F238E27FC236}">
                <a16:creationId xmlns:a16="http://schemas.microsoft.com/office/drawing/2014/main" id="{9C2B6C9A-21D3-A31D-A2E8-9B9DB5ACFC06}"/>
              </a:ext>
            </a:extLst>
          </p:cNvPr>
          <p:cNvSpPr>
            <a:spLocks noGrp="1"/>
          </p:cNvSpPr>
          <p:nvPr>
            <p:ph type="ftr" idx="11"/>
          </p:nvPr>
        </p:nvSpPr>
        <p:spPr/>
        <p:txBody>
          <a:bodyPr/>
          <a:lstStyle/>
          <a:p>
            <a:r>
              <a:rPr lang="en-US"/>
              <a:t>S. B. Jain Institute of Technology Management and research</a:t>
            </a:r>
          </a:p>
        </p:txBody>
      </p:sp>
      <p:sp>
        <p:nvSpPr>
          <p:cNvPr id="5" name="TextBox 4">
            <a:extLst>
              <a:ext uri="{FF2B5EF4-FFF2-40B4-BE49-F238E27FC236}">
                <a16:creationId xmlns:a16="http://schemas.microsoft.com/office/drawing/2014/main" id="{76AA18D4-D08E-4CC0-02E3-C7B0108F9362}"/>
              </a:ext>
            </a:extLst>
          </p:cNvPr>
          <p:cNvSpPr txBox="1"/>
          <p:nvPr/>
        </p:nvSpPr>
        <p:spPr>
          <a:xfrm>
            <a:off x="670441" y="2871648"/>
            <a:ext cx="4572000" cy="523220"/>
          </a:xfrm>
          <a:prstGeom prst="rect">
            <a:avLst/>
          </a:prstGeom>
          <a:noFill/>
        </p:spPr>
        <p:txBody>
          <a:bodyPr wrap="square">
            <a:spAutoFit/>
          </a:bodyPr>
          <a:lstStyle/>
          <a:p>
            <a:pPr lvl="0" algn="l" rtl="0">
              <a:spcBef>
                <a:spcPts val="0"/>
              </a:spcBef>
              <a:spcAft>
                <a:spcPts val="0"/>
              </a:spcAft>
              <a:buClr>
                <a:schemeClr val="dk1"/>
              </a:buClr>
              <a:buSzPts val="1800"/>
            </a:pPr>
            <a:r>
              <a:rPr lang="en-US" sz="2800" b="1" i="1" dirty="0">
                <a:latin typeface="Times New Roman" panose="02020603050405020304" pitchFamily="18" charset="0"/>
                <a:cs typeface="Times New Roman" panose="02020603050405020304" pitchFamily="18" charset="0"/>
              </a:rPr>
              <a:t>Objectives:</a:t>
            </a:r>
          </a:p>
        </p:txBody>
      </p:sp>
      <p:sp>
        <p:nvSpPr>
          <p:cNvPr id="7" name="TextBox 6">
            <a:extLst>
              <a:ext uri="{FF2B5EF4-FFF2-40B4-BE49-F238E27FC236}">
                <a16:creationId xmlns:a16="http://schemas.microsoft.com/office/drawing/2014/main" id="{061661C0-AED6-3085-20D3-8571B7BBCA54}"/>
              </a:ext>
            </a:extLst>
          </p:cNvPr>
          <p:cNvSpPr txBox="1"/>
          <p:nvPr/>
        </p:nvSpPr>
        <p:spPr>
          <a:xfrm>
            <a:off x="752764" y="3524688"/>
            <a:ext cx="7476836" cy="1815882"/>
          </a:xfrm>
          <a:prstGeom prst="rect">
            <a:avLst/>
          </a:prstGeom>
          <a:noFill/>
        </p:spPr>
        <p:txBody>
          <a:bodyPr wrap="square">
            <a:spAutoFit/>
          </a:bodyPr>
          <a:lstStyle/>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design a </a:t>
            </a:r>
            <a:r>
              <a:rPr lang="en-IN" sz="1600" b="1" dirty="0">
                <a:latin typeface="Times New Roman" panose="02020603050405020304" pitchFamily="18" charset="0"/>
                <a:cs typeface="Times New Roman" panose="02020603050405020304" pitchFamily="18" charset="0"/>
              </a:rPr>
              <a:t>menu-driven Python application</a:t>
            </a:r>
            <a:r>
              <a:rPr lang="en-IN" sz="1600" dirty="0">
                <a:latin typeface="Times New Roman" panose="02020603050405020304" pitchFamily="18" charset="0"/>
                <a:cs typeface="Times New Roman" panose="02020603050405020304" pitchFamily="18" charset="0"/>
              </a:rPr>
              <a:t> for recording daily income and expenses.</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let users </a:t>
            </a:r>
            <a:r>
              <a:rPr lang="en-IN" sz="1600" b="1" dirty="0">
                <a:latin typeface="Times New Roman" panose="02020603050405020304" pitchFamily="18" charset="0"/>
                <a:cs typeface="Times New Roman" panose="02020603050405020304" pitchFamily="18" charset="0"/>
              </a:rPr>
              <a:t>add, view, update, and delete</a:t>
            </a:r>
            <a:r>
              <a:rPr lang="en-IN" sz="1600" dirty="0">
                <a:latin typeface="Times New Roman" panose="02020603050405020304" pitchFamily="18" charset="0"/>
                <a:cs typeface="Times New Roman" panose="02020603050405020304" pitchFamily="18" charset="0"/>
              </a:rPr>
              <a:t> financial transactions easily.</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a:t>
            </a:r>
            <a:r>
              <a:rPr lang="en-IN" sz="1600" b="1" dirty="0">
                <a:latin typeface="Times New Roman" panose="02020603050405020304" pitchFamily="18" charset="0"/>
                <a:cs typeface="Times New Roman" panose="02020603050405020304" pitchFamily="18" charset="0"/>
              </a:rPr>
              <a:t>categorize</a:t>
            </a:r>
            <a:r>
              <a:rPr lang="en-IN" sz="1600" dirty="0">
                <a:latin typeface="Times New Roman" panose="02020603050405020304" pitchFamily="18" charset="0"/>
                <a:cs typeface="Times New Roman" panose="02020603050405020304" pitchFamily="18" charset="0"/>
              </a:rPr>
              <a:t> transactions (e.g. Food, Rent, Salary, Travel) for better organization.</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automatically </a:t>
            </a:r>
            <a:r>
              <a:rPr lang="en-IN" sz="1600" b="1" dirty="0">
                <a:latin typeface="Times New Roman" panose="02020603050405020304" pitchFamily="18" charset="0"/>
                <a:cs typeface="Times New Roman" panose="02020603050405020304" pitchFamily="18" charset="0"/>
              </a:rPr>
              <a:t>calculate total income, total expenses, and current balance</a:t>
            </a:r>
            <a:r>
              <a:rPr lang="en-IN" sz="1600" dirty="0">
                <a:latin typeface="Times New Roman" panose="02020603050405020304" pitchFamily="18" charset="0"/>
                <a:cs typeface="Times New Roman" panose="02020603050405020304" pitchFamily="18" charset="0"/>
              </a:rPr>
              <a:t>.</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generate </a:t>
            </a:r>
            <a:r>
              <a:rPr lang="en-IN" sz="1600" b="1" dirty="0">
                <a:latin typeface="Times New Roman" panose="02020603050405020304" pitchFamily="18" charset="0"/>
                <a:cs typeface="Times New Roman" panose="02020603050405020304" pitchFamily="18" charset="0"/>
              </a:rPr>
              <a:t>monthly and category-wise reports</a:t>
            </a:r>
            <a:r>
              <a:rPr lang="en-IN" sz="1600" dirty="0">
                <a:latin typeface="Times New Roman" panose="02020603050405020304" pitchFamily="18" charset="0"/>
                <a:cs typeface="Times New Roman" panose="02020603050405020304" pitchFamily="18" charset="0"/>
              </a:rPr>
              <a:t> for spending insights.</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ensure </a:t>
            </a:r>
            <a:r>
              <a:rPr lang="en-IN" sz="1600" b="1" dirty="0">
                <a:latin typeface="Times New Roman" panose="02020603050405020304" pitchFamily="18" charset="0"/>
                <a:cs typeface="Times New Roman" panose="02020603050405020304" pitchFamily="18" charset="0"/>
              </a:rPr>
              <a:t>secure, persistent storage</a:t>
            </a:r>
            <a:r>
              <a:rPr lang="en-IN" sz="1600" dirty="0">
                <a:latin typeface="Times New Roman" panose="02020603050405020304" pitchFamily="18" charset="0"/>
                <a:cs typeface="Times New Roman" panose="02020603050405020304" pitchFamily="18" charset="0"/>
              </a:rPr>
              <a:t> of records using file handling (CSV</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62B60F-B4F8-1EF9-6EE9-51C782CE3292}"/>
              </a:ext>
            </a:extLst>
          </p:cNvPr>
          <p:cNvSpPr txBox="1"/>
          <p:nvPr/>
        </p:nvSpPr>
        <p:spPr>
          <a:xfrm>
            <a:off x="484910" y="198841"/>
            <a:ext cx="4572000" cy="523220"/>
          </a:xfrm>
          <a:prstGeom prst="rect">
            <a:avLst/>
          </a:prstGeom>
          <a:noFill/>
        </p:spPr>
        <p:txBody>
          <a:bodyPr wrap="square">
            <a:spAutoFit/>
          </a:bodyPr>
          <a:lstStyle/>
          <a:p>
            <a:pPr lvl="0" algn="l" rtl="0">
              <a:spcBef>
                <a:spcPts val="0"/>
              </a:spcBef>
              <a:spcAft>
                <a:spcPts val="0"/>
              </a:spcAft>
              <a:buClr>
                <a:schemeClr val="dk1"/>
              </a:buClr>
              <a:buSzPts val="1800"/>
            </a:pPr>
            <a:r>
              <a:rPr lang="en-US" sz="2800" b="1" i="1" dirty="0">
                <a:latin typeface="Times New Roman" panose="02020603050405020304" pitchFamily="18" charset="0"/>
                <a:cs typeface="Times New Roman" panose="02020603050405020304" pitchFamily="18" charset="0"/>
              </a:rPr>
              <a:t>Algorithm</a:t>
            </a:r>
          </a:p>
        </p:txBody>
      </p:sp>
      <p:graphicFrame>
        <p:nvGraphicFramePr>
          <p:cNvPr id="23" name="Diagram 22">
            <a:extLst>
              <a:ext uri="{FF2B5EF4-FFF2-40B4-BE49-F238E27FC236}">
                <a16:creationId xmlns:a16="http://schemas.microsoft.com/office/drawing/2014/main" id="{B32B22A9-91CB-53D3-F90E-261EE383EDAF}"/>
              </a:ext>
            </a:extLst>
          </p:cNvPr>
          <p:cNvGraphicFramePr/>
          <p:nvPr>
            <p:extLst>
              <p:ext uri="{D42A27DB-BD31-4B8C-83A1-F6EECF244321}">
                <p14:modId xmlns:p14="http://schemas.microsoft.com/office/powerpoint/2010/main" val="3627564185"/>
              </p:ext>
            </p:extLst>
          </p:nvPr>
        </p:nvGraphicFramePr>
        <p:xfrm>
          <a:off x="752763" y="798854"/>
          <a:ext cx="7638473" cy="55648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8417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55324B-2778-9C5C-F8C8-6D993C46CC0F}"/>
              </a:ext>
            </a:extLst>
          </p:cNvPr>
          <p:cNvSpPr txBox="1"/>
          <p:nvPr/>
        </p:nvSpPr>
        <p:spPr>
          <a:xfrm>
            <a:off x="417729" y="358053"/>
            <a:ext cx="4572000" cy="523220"/>
          </a:xfrm>
          <a:prstGeom prst="rect">
            <a:avLst/>
          </a:prstGeom>
          <a:noFill/>
        </p:spPr>
        <p:txBody>
          <a:bodyPr wrap="square">
            <a:spAutoFit/>
          </a:bodyPr>
          <a:lstStyle/>
          <a:p>
            <a:pPr lvl="0" algn="l" rtl="0">
              <a:spcBef>
                <a:spcPts val="0"/>
              </a:spcBef>
              <a:spcAft>
                <a:spcPts val="0"/>
              </a:spcAft>
              <a:buClr>
                <a:schemeClr val="dk1"/>
              </a:buClr>
              <a:buSzPts val="1800"/>
            </a:pPr>
            <a:r>
              <a:rPr lang="en-US" sz="2800" b="1" i="1" dirty="0">
                <a:latin typeface="Times New Roman" panose="02020603050405020304" pitchFamily="18" charset="0"/>
                <a:cs typeface="Times New Roman" panose="02020603050405020304" pitchFamily="18" charset="0"/>
              </a:rPr>
              <a:t>Flowchart/pseudocode</a:t>
            </a:r>
          </a:p>
        </p:txBody>
      </p:sp>
      <p:pic>
        <p:nvPicPr>
          <p:cNvPr id="4" name="Picture 3">
            <a:extLst>
              <a:ext uri="{FF2B5EF4-FFF2-40B4-BE49-F238E27FC236}">
                <a16:creationId xmlns:a16="http://schemas.microsoft.com/office/drawing/2014/main" id="{F3EDFC15-D70A-A9CC-DD20-339EC39A0996}"/>
              </a:ext>
            </a:extLst>
          </p:cNvPr>
          <p:cNvPicPr>
            <a:picLocks noChangeAspect="1"/>
          </p:cNvPicPr>
          <p:nvPr/>
        </p:nvPicPr>
        <p:blipFill>
          <a:blip r:embed="rId2"/>
          <a:stretch>
            <a:fillRect/>
          </a:stretch>
        </p:blipFill>
        <p:spPr>
          <a:xfrm>
            <a:off x="1026332" y="175830"/>
            <a:ext cx="7498832" cy="6506339"/>
          </a:xfrm>
          <a:prstGeom prst="rect">
            <a:avLst/>
          </a:prstGeom>
        </p:spPr>
      </p:pic>
    </p:spTree>
    <p:extLst>
      <p:ext uri="{BB962C8B-B14F-4D97-AF65-F5344CB8AC3E}">
        <p14:creationId xmlns:p14="http://schemas.microsoft.com/office/powerpoint/2010/main" val="1563728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BDFEA1-EFFC-551D-18C7-81F59F98DAA0}"/>
              </a:ext>
            </a:extLst>
          </p:cNvPr>
          <p:cNvSpPr txBox="1"/>
          <p:nvPr/>
        </p:nvSpPr>
        <p:spPr>
          <a:xfrm>
            <a:off x="441036" y="399668"/>
            <a:ext cx="5109372" cy="523220"/>
          </a:xfrm>
          <a:prstGeom prst="rect">
            <a:avLst/>
          </a:prstGeom>
          <a:noFill/>
        </p:spPr>
        <p:txBody>
          <a:bodyPr wrap="square">
            <a:spAutoFit/>
          </a:bodyPr>
          <a:lstStyle/>
          <a:p>
            <a:pPr lvl="0" algn="l" rtl="0">
              <a:spcBef>
                <a:spcPts val="0"/>
              </a:spcBef>
              <a:spcAft>
                <a:spcPts val="0"/>
              </a:spcAft>
              <a:buClr>
                <a:schemeClr val="dk1"/>
              </a:buClr>
              <a:buSzPts val="1800"/>
            </a:pPr>
            <a:r>
              <a:rPr lang="en-US" sz="2800" b="1" i="1" dirty="0">
                <a:latin typeface="Times New Roman" panose="02020603050405020304" pitchFamily="18" charset="0"/>
                <a:cs typeface="Times New Roman" panose="02020603050405020304" pitchFamily="18" charset="0"/>
              </a:rPr>
              <a:t>Understanding of Python logic</a:t>
            </a:r>
          </a:p>
        </p:txBody>
      </p:sp>
      <p:graphicFrame>
        <p:nvGraphicFramePr>
          <p:cNvPr id="2" name="Diagram 1">
            <a:extLst>
              <a:ext uri="{FF2B5EF4-FFF2-40B4-BE49-F238E27FC236}">
                <a16:creationId xmlns:a16="http://schemas.microsoft.com/office/drawing/2014/main" id="{1D2DA271-4A61-7717-5041-580D522ABF71}"/>
              </a:ext>
            </a:extLst>
          </p:cNvPr>
          <p:cNvGraphicFramePr/>
          <p:nvPr>
            <p:extLst>
              <p:ext uri="{D42A27DB-BD31-4B8C-83A1-F6EECF244321}">
                <p14:modId xmlns:p14="http://schemas.microsoft.com/office/powerpoint/2010/main" val="653306352"/>
              </p:ext>
            </p:extLst>
          </p:nvPr>
        </p:nvGraphicFramePr>
        <p:xfrm>
          <a:off x="704088" y="1033272"/>
          <a:ext cx="8046720" cy="5046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7082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8A140B-0106-6E63-B439-A719D1C62FFA}"/>
              </a:ext>
            </a:extLst>
          </p:cNvPr>
          <p:cNvSpPr txBox="1"/>
          <p:nvPr/>
        </p:nvSpPr>
        <p:spPr>
          <a:xfrm>
            <a:off x="475488" y="411480"/>
            <a:ext cx="7968996" cy="523220"/>
          </a:xfrm>
          <a:prstGeom prst="rect">
            <a:avLst/>
          </a:prstGeom>
          <a:noFill/>
        </p:spPr>
        <p:txBody>
          <a:bodyPr wrap="square">
            <a:spAutoFit/>
          </a:bodyPr>
          <a:lstStyle/>
          <a:p>
            <a:pPr rtl="0">
              <a:buNone/>
            </a:pPr>
            <a:r>
              <a:rPr lang="en-IN" sz="2800" b="1" i="1" dirty="0">
                <a:latin typeface="Times New Roman" panose="02020603050405020304" pitchFamily="18" charset="0"/>
                <a:cs typeface="Times New Roman" panose="02020603050405020304" pitchFamily="18" charset="0"/>
              </a:rPr>
              <a:t>GitHub — Repository, Commits &amp; Contribution</a:t>
            </a:r>
            <a:endParaRPr lang="en-IN" sz="2800" i="1" dirty="0">
              <a:latin typeface="Times New Roman" panose="02020603050405020304" pitchFamily="18" charset="0"/>
              <a:cs typeface="Times New Roman" panose="02020603050405020304" pitchFamily="18" charset="0"/>
            </a:endParaRPr>
          </a:p>
        </p:txBody>
      </p:sp>
      <p:graphicFrame>
        <p:nvGraphicFramePr>
          <p:cNvPr id="2" name="Diagram 1">
            <a:extLst>
              <a:ext uri="{FF2B5EF4-FFF2-40B4-BE49-F238E27FC236}">
                <a16:creationId xmlns:a16="http://schemas.microsoft.com/office/drawing/2014/main" id="{DFAD1DAE-0F15-07B7-3ADE-E4887B009CCF}"/>
              </a:ext>
            </a:extLst>
          </p:cNvPr>
          <p:cNvGraphicFramePr/>
          <p:nvPr>
            <p:extLst>
              <p:ext uri="{D42A27DB-BD31-4B8C-83A1-F6EECF244321}">
                <p14:modId xmlns:p14="http://schemas.microsoft.com/office/powerpoint/2010/main" val="1188156118"/>
              </p:ext>
            </p:extLst>
          </p:nvPr>
        </p:nvGraphicFramePr>
        <p:xfrm>
          <a:off x="274320" y="934700"/>
          <a:ext cx="8869680" cy="53126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91591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3"/>
          <p:cNvSpPr/>
          <p:nvPr/>
        </p:nvSpPr>
        <p:spPr>
          <a:xfrm>
            <a:off x="703384" y="2895480"/>
            <a:ext cx="7626462" cy="131652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4800" dirty="0">
                <a:solidFill>
                  <a:srgbClr val="0000FF"/>
                </a:solidFill>
                <a:latin typeface="Arial"/>
                <a:ea typeface="Arial"/>
                <a:cs typeface="Arial"/>
                <a:sym typeface="Arial"/>
              </a:rPr>
              <a:t> </a:t>
            </a:r>
            <a:endParaRPr sz="1800" dirty="0">
              <a:solidFill>
                <a:schemeClr val="dk1"/>
              </a:solidFill>
              <a:latin typeface="Calibri"/>
              <a:ea typeface="Calibri"/>
              <a:cs typeface="Calibri"/>
              <a:sym typeface="Calibri"/>
            </a:endParaRPr>
          </a:p>
        </p:txBody>
      </p:sp>
      <p:sp>
        <p:nvSpPr>
          <p:cNvPr id="78" name="Google Shape;78;p3"/>
          <p:cNvSpPr txBox="1"/>
          <p:nvPr/>
        </p:nvSpPr>
        <p:spPr>
          <a:xfrm>
            <a:off x="410400" y="6172200"/>
            <a:ext cx="6681877" cy="6854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800" dirty="0">
                <a:solidFill>
                  <a:srgbClr val="8B8B8B"/>
                </a:solidFill>
                <a:latin typeface="Cambria"/>
                <a:ea typeface="Cambria"/>
                <a:cs typeface="Cambria"/>
                <a:sym typeface="Cambria"/>
              </a:rPr>
              <a:t>S. B. Jain Institute of Technology Management and research</a:t>
            </a:r>
            <a:endParaRPr sz="1800" dirty="0">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D6422D0E-0135-EA59-A682-63BDB5C97DA3}"/>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1946563" y="556490"/>
            <a:ext cx="4934527" cy="4934527"/>
          </a:xfrm>
          <a:prstGeom prst="rect">
            <a:avLst/>
          </a:prstGeom>
        </p:spPr>
      </p:pic>
      <p:sp>
        <p:nvSpPr>
          <p:cNvPr id="4" name="TextBox 3">
            <a:extLst>
              <a:ext uri="{FF2B5EF4-FFF2-40B4-BE49-F238E27FC236}">
                <a16:creationId xmlns:a16="http://schemas.microsoft.com/office/drawing/2014/main" id="{D5513E9A-47D3-75C2-3B9F-3C0DD26D0C37}"/>
              </a:ext>
            </a:extLst>
          </p:cNvPr>
          <p:cNvSpPr txBox="1"/>
          <p:nvPr/>
        </p:nvSpPr>
        <p:spPr>
          <a:xfrm>
            <a:off x="1946563" y="5717166"/>
            <a:ext cx="4934527" cy="230832"/>
          </a:xfrm>
          <a:prstGeom prst="rect">
            <a:avLst/>
          </a:prstGeom>
          <a:noFill/>
        </p:spPr>
        <p:txBody>
          <a:bodyPr wrap="square" rtlCol="0">
            <a:spAutoFit/>
          </a:bodyPr>
          <a:lstStyle/>
          <a:p>
            <a:r>
              <a:rPr lang="en-IN" sz="900">
                <a:hlinkClick r:id="rId4" tooltip="https://freepngimg.com/png/77741-heart-thank-youtube-watercolor-you-painting"/>
              </a:rPr>
              <a:t>This Photo</a:t>
            </a:r>
            <a:r>
              <a:rPr lang="en-IN" sz="900"/>
              <a:t> by Unknown Author is licensed under </a:t>
            </a:r>
            <a:r>
              <a:rPr lang="en-IN" sz="900">
                <a:hlinkClick r:id="rId5" tooltip="https://creativecommons.org/licenses/by-nc/3.0/"/>
              </a:rPr>
              <a:t>CC BY-NC</a:t>
            </a:r>
            <a:endParaRPr lang="en-IN" sz="9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TotalTime>
  <Words>851</Words>
  <Application>Microsoft Office PowerPoint</Application>
  <PresentationFormat>On-screen Show (4:3)</PresentationFormat>
  <Paragraphs>65</Paragraphs>
  <Slides>7</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Cambria</vt:lpstr>
      <vt:lpstr>Times New Roman</vt:lpstr>
      <vt:lpstr>Office Theme</vt:lpstr>
      <vt:lpstr>Experiential Learning Project Assessment-I on “Personal Expense Tracker” under the course Python Programming Language (N-PCCCM304P) </vt:lpstr>
      <vt:lpstr>Problem statement: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MRS. MAYURI GETME</dc:creator>
  <cp:lastModifiedBy>Sinchan Tambe</cp:lastModifiedBy>
  <cp:revision>6</cp:revision>
  <dcterms:created xsi:type="dcterms:W3CDTF">2021-03-08T15:20:31Z</dcterms:created>
  <dcterms:modified xsi:type="dcterms:W3CDTF">2026-08-17T18:48:59Z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2017-11-07T00:00:00Z</vt:filetime>
  </property>
  <property fmtid="{D5CDD505-2E9C-101B-9397-08002B2CF9AE}" pid="3" name="Creator">
    <vt:lpwstr>Impress</vt:lpwstr>
  </property>
  <property fmtid="{D5CDD505-2E9C-101B-9397-08002B2CF9AE}" pid="4" name="LastSaved">
    <vt:filetime>2021-03-08T00:00:00Z</vt:filetime>
  </property>
</Properties>
</file>