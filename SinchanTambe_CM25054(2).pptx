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59" r:id="rId17"/>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iLoddAnK6UfSPsHo2SNdpkODNm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5D22AA-090A-478E-903B-38B95B55E350}" v="1" dt="2026-08-17T18:47:55.6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1" d="100"/>
          <a:sy n="71" d="100"/>
        </p:scale>
        <p:origin x="1140" y="1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chan Tambe" userId="fac398919873ded9" providerId="LiveId" clId="{81126884-BC86-4FAF-AFFB-C3BE440B1E9B}"/>
    <pc:docChg chg="modSld">
      <pc:chgData name="Sinchan Tambe" userId="fac398919873ded9" providerId="LiveId" clId="{81126884-BC86-4FAF-AFFB-C3BE440B1E9B}" dt="2026-08-17T18:48:52.559" v="15" actId="113"/>
      <pc:docMkLst>
        <pc:docMk/>
      </pc:docMkLst>
      <pc:sldChg chg="addSp delSp modSp mod">
        <pc:chgData name="Sinchan Tambe" userId="fac398919873ded9" providerId="LiveId" clId="{81126884-BC86-4FAF-AFFB-C3BE440B1E9B}" dt="2026-08-17T18:48:33.537" v="12"/>
        <pc:sldMkLst>
          <pc:docMk/>
          <pc:sldMk cId="0" sldId="258"/>
        </pc:sldMkLst>
        <pc:spChg chg="add del mod">
          <ac:chgData name="Sinchan Tambe" userId="fac398919873ded9" providerId="LiveId" clId="{81126884-BC86-4FAF-AFFB-C3BE440B1E9B}" dt="2026-08-17T18:48:33.537" v="12"/>
          <ac:spMkLst>
            <pc:docMk/>
            <pc:sldMk cId="0" sldId="258"/>
            <ac:spMk id="3" creationId="{070F30C7-2176-7A9D-52F2-05D77F78F367}"/>
          </ac:spMkLst>
        </pc:spChg>
        <pc:spChg chg="mod">
          <ac:chgData name="Sinchan Tambe" userId="fac398919873ded9" providerId="LiveId" clId="{81126884-BC86-4FAF-AFFB-C3BE440B1E9B}" dt="2026-08-17T18:48:21.523" v="9" actId="115"/>
          <ac:spMkLst>
            <pc:docMk/>
            <pc:sldMk cId="0" sldId="258"/>
            <ac:spMk id="4" creationId="{B2381893-7D7D-B902-E868-D8FCA57C25F8}"/>
          </ac:spMkLst>
        </pc:spChg>
        <pc:spChg chg="mod">
          <ac:chgData name="Sinchan Tambe" userId="fac398919873ded9" providerId="LiveId" clId="{81126884-BC86-4FAF-AFFB-C3BE440B1E9B}" dt="2026-08-17T18:48:13.854" v="7" actId="403"/>
          <ac:spMkLst>
            <pc:docMk/>
            <pc:sldMk cId="0" sldId="258"/>
            <ac:spMk id="5" creationId="{76AA18D4-D08E-4CC0-02E3-C7B0108F9362}"/>
          </ac:spMkLst>
        </pc:spChg>
        <pc:spChg chg="mod">
          <ac:chgData name="Sinchan Tambe" userId="fac398919873ded9" providerId="LiveId" clId="{81126884-BC86-4FAF-AFFB-C3BE440B1E9B}" dt="2026-08-17T18:48:31.094" v="10" actId="2711"/>
          <ac:spMkLst>
            <pc:docMk/>
            <pc:sldMk cId="0" sldId="258"/>
            <ac:spMk id="7" creationId="{061661C0-AED6-3085-20D3-8571B7BBCA54}"/>
          </ac:spMkLst>
        </pc:spChg>
        <pc:spChg chg="mod">
          <ac:chgData name="Sinchan Tambe" userId="fac398919873ded9" providerId="LiveId" clId="{81126884-BC86-4FAF-AFFB-C3BE440B1E9B}" dt="2026-08-17T18:48:07.279" v="4" actId="113"/>
          <ac:spMkLst>
            <pc:docMk/>
            <pc:sldMk cId="0" sldId="258"/>
            <ac:spMk id="71" creationId="{00000000-0000-0000-0000-000000000000}"/>
          </ac:spMkLst>
        </pc:spChg>
      </pc:sldChg>
      <pc:sldChg chg="modSp mod">
        <pc:chgData name="Sinchan Tambe" userId="fac398919873ded9" providerId="LiveId" clId="{81126884-BC86-4FAF-AFFB-C3BE440B1E9B}" dt="2026-08-17T18:48:52.559" v="15" actId="113"/>
        <pc:sldMkLst>
          <pc:docMk/>
          <pc:sldMk cId="1563728340" sldId="261"/>
        </pc:sldMkLst>
        <pc:spChg chg="mod">
          <ac:chgData name="Sinchan Tambe" userId="fac398919873ded9" providerId="LiveId" clId="{81126884-BC86-4FAF-AFFB-C3BE440B1E9B}" dt="2026-08-17T18:48:52.559" v="15" actId="113"/>
          <ac:spMkLst>
            <pc:docMk/>
            <pc:sldMk cId="1563728340" sldId="261"/>
            <ac:spMk id="3" creationId="{E955324B-2778-9C5C-F8C8-6D993C46CC0F}"/>
          </ac:spMkLst>
        </pc:spChg>
      </pc:sldChg>
    </pc:docChg>
  </pc:docChgLst>
</pc:chgInfo>
</file>

<file path=ppt/diagrams/_rels/data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svg"/></Relationships>
</file>

<file path=ppt/diagrams/_rels/drawing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3EDDC4-C6CF-441A-8856-528DAB4C94C5}" type="doc">
      <dgm:prSet loTypeId="urn:microsoft.com/office/officeart/2008/layout/LinedList" loCatId="list" qsTypeId="urn:microsoft.com/office/officeart/2005/8/quickstyle/simple1" qsCatId="simple" csTypeId="urn:microsoft.com/office/officeart/2005/8/colors/colorful4" csCatId="colorful" phldr="1"/>
      <dgm:spPr/>
      <dgm:t>
        <a:bodyPr/>
        <a:lstStyle/>
        <a:p>
          <a:endParaRPr lang="en-IN"/>
        </a:p>
      </dgm:t>
    </dgm:pt>
    <dgm:pt modelId="{21C1BD93-2D5B-4A5D-AA5F-3B3C340148C9}">
      <dgm:prSet phldrT="[Text]" custT="1"/>
      <dgm:spPr/>
      <dgm: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Start the program</a:t>
          </a:r>
          <a:endParaRPr lang="en-IN" sz="1800" dirty="0">
            <a:latin typeface="Times New Roman" panose="02020603050405020304" pitchFamily="18" charset="0"/>
            <a:cs typeface="Times New Roman" panose="02020603050405020304" pitchFamily="18" charset="0"/>
          </a:endParaRPr>
        </a:p>
      </dgm:t>
    </dgm:pt>
    <dgm:pt modelId="{D503DDED-20E7-4B1C-844A-C4DD5F275BB6}" type="parTrans" cxnId="{8E3C07FA-9E38-4F07-8B13-9935E31A0D4C}">
      <dgm:prSet/>
      <dgm:spPr/>
      <dgm:t>
        <a:bodyPr/>
        <a:lstStyle/>
        <a:p>
          <a:endParaRPr lang="en-IN" sz="3600">
            <a:latin typeface="Times New Roman" panose="02020603050405020304" pitchFamily="18" charset="0"/>
            <a:cs typeface="Times New Roman" panose="02020603050405020304" pitchFamily="18" charset="0"/>
          </a:endParaRPr>
        </a:p>
      </dgm:t>
    </dgm:pt>
    <dgm:pt modelId="{81515C05-4EB3-4D3B-A6B9-3594AF62AEFE}" type="sibTrans" cxnId="{8E3C07FA-9E38-4F07-8B13-9935E31A0D4C}">
      <dgm:prSet/>
      <dgm:spPr/>
      <dgm:t>
        <a:bodyPr/>
        <a:lstStyle/>
        <a:p>
          <a:endParaRPr lang="en-IN" sz="3600">
            <a:latin typeface="Times New Roman" panose="02020603050405020304" pitchFamily="18" charset="0"/>
            <a:cs typeface="Times New Roman" panose="02020603050405020304" pitchFamily="18" charset="0"/>
          </a:endParaRPr>
        </a:p>
      </dgm:t>
    </dgm:pt>
    <dgm:pt modelId="{A06836E7-1CDB-49FF-9F58-05923C7EBA8F}">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it doesn't, create it and add column headings: Date, Type, Category, Amount.</a:t>
          </a:r>
          <a:endParaRPr lang="en-IN" sz="1400" dirty="0">
            <a:latin typeface="Times New Roman" panose="02020603050405020304" pitchFamily="18" charset="0"/>
            <a:cs typeface="Times New Roman" panose="02020603050405020304" pitchFamily="18" charset="0"/>
          </a:endParaRPr>
        </a:p>
      </dgm:t>
    </dgm:pt>
    <dgm:pt modelId="{2279BE4C-AE46-4AA9-ACA5-0C451296247D}" type="parTrans" cxnId="{CD3468C4-2879-4608-9863-E048B6F820AD}">
      <dgm:prSet/>
      <dgm:spPr/>
      <dgm:t>
        <a:bodyPr/>
        <a:lstStyle/>
        <a:p>
          <a:endParaRPr lang="en-IN" sz="3600">
            <a:latin typeface="Times New Roman" panose="02020603050405020304" pitchFamily="18" charset="0"/>
            <a:cs typeface="Times New Roman" panose="02020603050405020304" pitchFamily="18" charset="0"/>
          </a:endParaRPr>
        </a:p>
      </dgm:t>
    </dgm:pt>
    <dgm:pt modelId="{ECB7DBA9-044F-40A2-A014-14366E2CC6EC}" type="sibTrans" cxnId="{CD3468C4-2879-4608-9863-E048B6F820AD}">
      <dgm:prSet/>
      <dgm:spPr/>
      <dgm:t>
        <a:bodyPr/>
        <a:lstStyle/>
        <a:p>
          <a:endParaRPr lang="en-IN" sz="3600">
            <a:latin typeface="Times New Roman" panose="02020603050405020304" pitchFamily="18" charset="0"/>
            <a:cs typeface="Times New Roman" panose="02020603050405020304" pitchFamily="18" charset="0"/>
          </a:endParaRPr>
        </a:p>
      </dgm:t>
    </dgm:pt>
    <dgm:pt modelId="{7420906C-69A7-4790-AEE6-9E71A6758D8E}">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Show the main menu on the screen with all the options: Add Transaction, View, Update, Delete, Reports, and Exit.</a:t>
          </a:r>
          <a:endParaRPr lang="en-IN" sz="1400" dirty="0">
            <a:latin typeface="Times New Roman" panose="02020603050405020304" pitchFamily="18" charset="0"/>
            <a:cs typeface="Times New Roman" panose="02020603050405020304" pitchFamily="18" charset="0"/>
          </a:endParaRPr>
        </a:p>
      </dgm:t>
    </dgm:pt>
    <dgm:pt modelId="{D8EE60F3-C09F-4174-8512-C44BA848C6B6}" type="parTrans" cxnId="{E73ED4B2-993A-4DAF-ADCD-4C09870DB9AC}">
      <dgm:prSet/>
      <dgm:spPr/>
      <dgm:t>
        <a:bodyPr/>
        <a:lstStyle/>
        <a:p>
          <a:endParaRPr lang="en-IN" sz="3600">
            <a:latin typeface="Times New Roman" panose="02020603050405020304" pitchFamily="18" charset="0"/>
            <a:cs typeface="Times New Roman" panose="02020603050405020304" pitchFamily="18" charset="0"/>
          </a:endParaRPr>
        </a:p>
      </dgm:t>
    </dgm:pt>
    <dgm:pt modelId="{8B8D5B55-580A-477E-BCEF-AB10C5A0D6DB}" type="sibTrans" cxnId="{E73ED4B2-993A-4DAF-ADCD-4C09870DB9AC}">
      <dgm:prSet/>
      <dgm:spPr/>
      <dgm:t>
        <a:bodyPr/>
        <a:lstStyle/>
        <a:p>
          <a:endParaRPr lang="en-IN" sz="3600">
            <a:latin typeface="Times New Roman" panose="02020603050405020304" pitchFamily="18" charset="0"/>
            <a:cs typeface="Times New Roman" panose="02020603050405020304" pitchFamily="18" charset="0"/>
          </a:endParaRPr>
        </a:p>
      </dgm:t>
    </dgm:pt>
    <dgm:pt modelId="{875E3A73-8C39-470E-947C-1F586521DE63}">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Ask the user to enter their choice.</a:t>
          </a:r>
          <a:endParaRPr lang="en-IN" sz="1400" dirty="0">
            <a:latin typeface="Times New Roman" panose="02020603050405020304" pitchFamily="18" charset="0"/>
            <a:cs typeface="Times New Roman" panose="02020603050405020304" pitchFamily="18" charset="0"/>
          </a:endParaRPr>
        </a:p>
      </dgm:t>
    </dgm:pt>
    <dgm:pt modelId="{35637928-FA10-423E-AD05-7EF93AE491CF}" type="parTrans" cxnId="{5A07AD49-B456-41A4-B233-40C601BC0552}">
      <dgm:prSet/>
      <dgm:spPr/>
      <dgm:t>
        <a:bodyPr/>
        <a:lstStyle/>
        <a:p>
          <a:endParaRPr lang="en-IN" sz="3600">
            <a:latin typeface="Times New Roman" panose="02020603050405020304" pitchFamily="18" charset="0"/>
            <a:cs typeface="Times New Roman" panose="02020603050405020304" pitchFamily="18" charset="0"/>
          </a:endParaRPr>
        </a:p>
      </dgm:t>
    </dgm:pt>
    <dgm:pt modelId="{82B5DD10-448E-4C31-8153-9CFBEFAE980E}" type="sibTrans" cxnId="{5A07AD49-B456-41A4-B233-40C601BC0552}">
      <dgm:prSet/>
      <dgm:spPr/>
      <dgm:t>
        <a:bodyPr/>
        <a:lstStyle/>
        <a:p>
          <a:endParaRPr lang="en-IN" sz="3600">
            <a:latin typeface="Times New Roman" panose="02020603050405020304" pitchFamily="18" charset="0"/>
            <a:cs typeface="Times New Roman" panose="02020603050405020304" pitchFamily="18" charset="0"/>
          </a:endParaRPr>
        </a:p>
      </dgm:t>
    </dgm:pt>
    <dgm:pt modelId="{D5D69D09-4536-4F8D-8851-F6A6F36FA87C}">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chooses Add Transaction:</a:t>
          </a:r>
          <a:endParaRPr lang="en-IN" sz="1400" dirty="0">
            <a:latin typeface="Times New Roman" panose="02020603050405020304" pitchFamily="18" charset="0"/>
            <a:cs typeface="Times New Roman" panose="02020603050405020304" pitchFamily="18" charset="0"/>
          </a:endParaRPr>
        </a:p>
      </dgm:t>
    </dgm:pt>
    <dgm:pt modelId="{91CEC61C-0FFC-4134-BB4B-C4F71F9EB8C8}" type="parTrans" cxnId="{FD2B4AF2-EC0B-4742-A010-0AF38D210905}">
      <dgm:prSet/>
      <dgm:spPr/>
      <dgm:t>
        <a:bodyPr/>
        <a:lstStyle/>
        <a:p>
          <a:endParaRPr lang="en-IN" sz="3600">
            <a:latin typeface="Times New Roman" panose="02020603050405020304" pitchFamily="18" charset="0"/>
            <a:cs typeface="Times New Roman" panose="02020603050405020304" pitchFamily="18" charset="0"/>
          </a:endParaRPr>
        </a:p>
      </dgm:t>
    </dgm:pt>
    <dgm:pt modelId="{D045E355-8FA4-484E-BE81-C8C010B155C2}" type="sibTrans" cxnId="{FD2B4AF2-EC0B-4742-A010-0AF38D210905}">
      <dgm:prSet/>
      <dgm:spPr/>
      <dgm:t>
        <a:bodyPr/>
        <a:lstStyle/>
        <a:p>
          <a:endParaRPr lang="en-IN" sz="3600">
            <a:latin typeface="Times New Roman" panose="02020603050405020304" pitchFamily="18" charset="0"/>
            <a:cs typeface="Times New Roman" panose="02020603050405020304" pitchFamily="18" charset="0"/>
          </a:endParaRPr>
        </a:p>
      </dgm:t>
    </dgm:pt>
    <dgm:pt modelId="{53262563-22AA-4BF0-9181-7381DF322618}">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Ask for the date, type (income or expense), category, and amount.</a:t>
          </a:r>
          <a:endParaRPr lang="en-IN" sz="1400" dirty="0">
            <a:latin typeface="Times New Roman" panose="02020603050405020304" pitchFamily="18" charset="0"/>
            <a:cs typeface="Times New Roman" panose="02020603050405020304" pitchFamily="18" charset="0"/>
          </a:endParaRPr>
        </a:p>
      </dgm:t>
    </dgm:pt>
    <dgm:pt modelId="{8706E349-AC56-4D6C-AD56-F3395AA1ACCF}" type="parTrans" cxnId="{7DFCE205-7317-4822-8916-D46EF0408B46}">
      <dgm:prSet/>
      <dgm:spPr/>
      <dgm:t>
        <a:bodyPr/>
        <a:lstStyle/>
        <a:p>
          <a:endParaRPr lang="en-IN" sz="3600">
            <a:latin typeface="Times New Roman" panose="02020603050405020304" pitchFamily="18" charset="0"/>
            <a:cs typeface="Times New Roman" panose="02020603050405020304" pitchFamily="18" charset="0"/>
          </a:endParaRPr>
        </a:p>
      </dgm:t>
    </dgm:pt>
    <dgm:pt modelId="{94403740-9151-4158-B4C5-61A5F71B6FBF}" type="sibTrans" cxnId="{7DFCE205-7317-4822-8916-D46EF0408B46}">
      <dgm:prSet/>
      <dgm:spPr/>
      <dgm:t>
        <a:bodyPr/>
        <a:lstStyle/>
        <a:p>
          <a:endParaRPr lang="en-IN" sz="3600">
            <a:latin typeface="Times New Roman" panose="02020603050405020304" pitchFamily="18" charset="0"/>
            <a:cs typeface="Times New Roman" panose="02020603050405020304" pitchFamily="18" charset="0"/>
          </a:endParaRPr>
        </a:p>
      </dgm:t>
    </dgm:pt>
    <dgm:pt modelId="{4F305E22-306C-4512-A5A5-A9D2D3494CE0}">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Check that everything was entered correctly — the date is in the right format, the amount is a positive number, and the type is either "Income" or "Expense."</a:t>
          </a:r>
          <a:endParaRPr lang="en-IN" sz="1400" dirty="0">
            <a:latin typeface="Times New Roman" panose="02020603050405020304" pitchFamily="18" charset="0"/>
            <a:cs typeface="Times New Roman" panose="02020603050405020304" pitchFamily="18" charset="0"/>
          </a:endParaRPr>
        </a:p>
      </dgm:t>
    </dgm:pt>
    <dgm:pt modelId="{3C633108-AEC0-4928-819F-9CD67D9B39F7}" type="parTrans" cxnId="{E1E4F88C-D2F9-4AD3-861C-4C6C1D20EA25}">
      <dgm:prSet/>
      <dgm:spPr/>
      <dgm:t>
        <a:bodyPr/>
        <a:lstStyle/>
        <a:p>
          <a:endParaRPr lang="en-IN" sz="3600">
            <a:latin typeface="Times New Roman" panose="02020603050405020304" pitchFamily="18" charset="0"/>
            <a:cs typeface="Times New Roman" panose="02020603050405020304" pitchFamily="18" charset="0"/>
          </a:endParaRPr>
        </a:p>
      </dgm:t>
    </dgm:pt>
    <dgm:pt modelId="{8F4B7828-8AD5-4EF1-BF1E-F319F61DCE44}" type="sibTrans" cxnId="{E1E4F88C-D2F9-4AD3-861C-4C6C1D20EA25}">
      <dgm:prSet/>
      <dgm:spPr/>
      <dgm:t>
        <a:bodyPr/>
        <a:lstStyle/>
        <a:p>
          <a:endParaRPr lang="en-IN" sz="3600">
            <a:latin typeface="Times New Roman" panose="02020603050405020304" pitchFamily="18" charset="0"/>
            <a:cs typeface="Times New Roman" panose="02020603050405020304" pitchFamily="18" charset="0"/>
          </a:endParaRPr>
        </a:p>
      </dgm:t>
    </dgm:pt>
    <dgm:pt modelId="{FE3FF352-8377-4A1E-8C30-CCBB63DE5A16}">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something is wrong, tell the user what's wrong and ask them to enter it again.</a:t>
          </a:r>
          <a:endParaRPr lang="en-IN" sz="1400" dirty="0">
            <a:latin typeface="Times New Roman" panose="02020603050405020304" pitchFamily="18" charset="0"/>
            <a:cs typeface="Times New Roman" panose="02020603050405020304" pitchFamily="18" charset="0"/>
          </a:endParaRPr>
        </a:p>
      </dgm:t>
    </dgm:pt>
    <dgm:pt modelId="{04A9B954-B662-4B16-8C24-5657CDF9A306}" type="parTrans" cxnId="{AEEAD50A-DA15-4F15-B72C-84E5B5F7C45F}">
      <dgm:prSet/>
      <dgm:spPr/>
      <dgm:t>
        <a:bodyPr/>
        <a:lstStyle/>
        <a:p>
          <a:endParaRPr lang="en-IN" sz="3600">
            <a:latin typeface="Times New Roman" panose="02020603050405020304" pitchFamily="18" charset="0"/>
            <a:cs typeface="Times New Roman" panose="02020603050405020304" pitchFamily="18" charset="0"/>
          </a:endParaRPr>
        </a:p>
      </dgm:t>
    </dgm:pt>
    <dgm:pt modelId="{CCC303B1-F75D-412D-B772-BEA00C2C6101}" type="sibTrans" cxnId="{AEEAD50A-DA15-4F15-B72C-84E5B5F7C45F}">
      <dgm:prSet/>
      <dgm:spPr/>
      <dgm:t>
        <a:bodyPr/>
        <a:lstStyle/>
        <a:p>
          <a:endParaRPr lang="en-IN" sz="3600">
            <a:latin typeface="Times New Roman" panose="02020603050405020304" pitchFamily="18" charset="0"/>
            <a:cs typeface="Times New Roman" panose="02020603050405020304" pitchFamily="18" charset="0"/>
          </a:endParaRPr>
        </a:p>
      </dgm:t>
    </dgm:pt>
    <dgm:pt modelId="{EC13B73C-B026-4370-8045-48DE20EA579C}">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Once everything checks out, save this new entry into the file and show a "Transaction added successfully" message.</a:t>
          </a:r>
          <a:endParaRPr lang="en-IN" sz="1400" dirty="0">
            <a:latin typeface="Times New Roman" panose="02020603050405020304" pitchFamily="18" charset="0"/>
            <a:cs typeface="Times New Roman" panose="02020603050405020304" pitchFamily="18" charset="0"/>
          </a:endParaRPr>
        </a:p>
      </dgm:t>
    </dgm:pt>
    <dgm:pt modelId="{11FB0443-EB6D-4618-ADCA-4C742A408F5C}" type="parTrans" cxnId="{E3DCE8E9-61AD-4498-8C22-4BA1AFA074FA}">
      <dgm:prSet/>
      <dgm:spPr/>
      <dgm:t>
        <a:bodyPr/>
        <a:lstStyle/>
        <a:p>
          <a:endParaRPr lang="en-IN" sz="3600">
            <a:latin typeface="Times New Roman" panose="02020603050405020304" pitchFamily="18" charset="0"/>
            <a:cs typeface="Times New Roman" panose="02020603050405020304" pitchFamily="18" charset="0"/>
          </a:endParaRPr>
        </a:p>
      </dgm:t>
    </dgm:pt>
    <dgm:pt modelId="{8559774D-7C70-42DF-843B-385689E01486}" type="sibTrans" cxnId="{E3DCE8E9-61AD-4498-8C22-4BA1AFA074FA}">
      <dgm:prSet/>
      <dgm:spPr/>
      <dgm:t>
        <a:bodyPr/>
        <a:lstStyle/>
        <a:p>
          <a:endParaRPr lang="en-IN" sz="3600">
            <a:latin typeface="Times New Roman" panose="02020603050405020304" pitchFamily="18" charset="0"/>
            <a:cs typeface="Times New Roman" panose="02020603050405020304" pitchFamily="18" charset="0"/>
          </a:endParaRPr>
        </a:p>
      </dgm:t>
    </dgm:pt>
    <dgm:pt modelId="{3186C8E7-3720-498E-B7D3-AE56B3259FA6}">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picks View, Update, Delete, or Reports, show a message saying that feature is coming in the next stage of the project.</a:t>
          </a:r>
          <a:endParaRPr lang="en-IN" sz="1400" dirty="0">
            <a:latin typeface="Times New Roman" panose="02020603050405020304" pitchFamily="18" charset="0"/>
            <a:cs typeface="Times New Roman" panose="02020603050405020304" pitchFamily="18" charset="0"/>
          </a:endParaRPr>
        </a:p>
      </dgm:t>
    </dgm:pt>
    <dgm:pt modelId="{301ABA1B-E3BF-42E6-9940-863D8AD10A09}" type="parTrans" cxnId="{16DA113C-05C8-4A47-A590-F1E707530D30}">
      <dgm:prSet/>
      <dgm:spPr/>
      <dgm:t>
        <a:bodyPr/>
        <a:lstStyle/>
        <a:p>
          <a:endParaRPr lang="en-IN" sz="3600">
            <a:latin typeface="Times New Roman" panose="02020603050405020304" pitchFamily="18" charset="0"/>
            <a:cs typeface="Times New Roman" panose="02020603050405020304" pitchFamily="18" charset="0"/>
          </a:endParaRPr>
        </a:p>
      </dgm:t>
    </dgm:pt>
    <dgm:pt modelId="{B29D8F99-B03E-4A89-98F6-4D498A4B69E4}" type="sibTrans" cxnId="{16DA113C-05C8-4A47-A590-F1E707530D30}">
      <dgm:prSet/>
      <dgm:spPr/>
      <dgm:t>
        <a:bodyPr/>
        <a:lstStyle/>
        <a:p>
          <a:endParaRPr lang="en-IN" sz="3600">
            <a:latin typeface="Times New Roman" panose="02020603050405020304" pitchFamily="18" charset="0"/>
            <a:cs typeface="Times New Roman" panose="02020603050405020304" pitchFamily="18" charset="0"/>
          </a:endParaRPr>
        </a:p>
      </dgm:t>
    </dgm:pt>
    <dgm:pt modelId="{75F2E800-2A99-4AD0-AC61-D2F901FCCBC7}">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chooses Exit, save everything and close the program.</a:t>
          </a:r>
          <a:endParaRPr lang="en-IN" sz="1400" dirty="0">
            <a:latin typeface="Times New Roman" panose="02020603050405020304" pitchFamily="18" charset="0"/>
            <a:cs typeface="Times New Roman" panose="02020603050405020304" pitchFamily="18" charset="0"/>
          </a:endParaRPr>
        </a:p>
      </dgm:t>
    </dgm:pt>
    <dgm:pt modelId="{C9D56443-9873-4502-96B5-740F9DF94FA5}" type="parTrans" cxnId="{98C61547-7BDF-47AB-94D4-F70E4FEE5E37}">
      <dgm:prSet/>
      <dgm:spPr/>
      <dgm:t>
        <a:bodyPr/>
        <a:lstStyle/>
        <a:p>
          <a:endParaRPr lang="en-IN" sz="3600">
            <a:latin typeface="Times New Roman" panose="02020603050405020304" pitchFamily="18" charset="0"/>
            <a:cs typeface="Times New Roman" panose="02020603050405020304" pitchFamily="18" charset="0"/>
          </a:endParaRPr>
        </a:p>
      </dgm:t>
    </dgm:pt>
    <dgm:pt modelId="{5CED5AB3-2F53-4AF1-ADEE-9AC336126922}" type="sibTrans" cxnId="{98C61547-7BDF-47AB-94D4-F70E4FEE5E37}">
      <dgm:prSet/>
      <dgm:spPr/>
      <dgm:t>
        <a:bodyPr/>
        <a:lstStyle/>
        <a:p>
          <a:endParaRPr lang="en-IN" sz="3600">
            <a:latin typeface="Times New Roman" panose="02020603050405020304" pitchFamily="18" charset="0"/>
            <a:cs typeface="Times New Roman" panose="02020603050405020304" pitchFamily="18" charset="0"/>
          </a:endParaRPr>
        </a:p>
      </dgm:t>
    </dgm:pt>
    <dgm:pt modelId="{9789E170-C43D-4C4B-9475-9848D9FD6DB0}">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user enters something that isn't a valid option, show an error and bring the menu back up.</a:t>
          </a:r>
          <a:endParaRPr lang="en-IN" sz="1400" dirty="0">
            <a:latin typeface="Times New Roman" panose="02020603050405020304" pitchFamily="18" charset="0"/>
            <a:cs typeface="Times New Roman" panose="02020603050405020304" pitchFamily="18" charset="0"/>
          </a:endParaRPr>
        </a:p>
      </dgm:t>
    </dgm:pt>
    <dgm:pt modelId="{1166F9B0-32A8-48B2-87C9-E90FEECE039A}" type="parTrans" cxnId="{4A5194DD-FC6A-401B-A2E6-B5EB7C123D4E}">
      <dgm:prSet/>
      <dgm:spPr/>
      <dgm:t>
        <a:bodyPr/>
        <a:lstStyle/>
        <a:p>
          <a:endParaRPr lang="en-IN" sz="3600">
            <a:latin typeface="Times New Roman" panose="02020603050405020304" pitchFamily="18" charset="0"/>
            <a:cs typeface="Times New Roman" panose="02020603050405020304" pitchFamily="18" charset="0"/>
          </a:endParaRPr>
        </a:p>
      </dgm:t>
    </dgm:pt>
    <dgm:pt modelId="{1EB3C033-D600-43D4-8BBB-BA46B977FC0B}" type="sibTrans" cxnId="{4A5194DD-FC6A-401B-A2E6-B5EB7C123D4E}">
      <dgm:prSet/>
      <dgm:spPr/>
      <dgm:t>
        <a:bodyPr/>
        <a:lstStyle/>
        <a:p>
          <a:endParaRPr lang="en-IN" sz="3600">
            <a:latin typeface="Times New Roman" panose="02020603050405020304" pitchFamily="18" charset="0"/>
            <a:cs typeface="Times New Roman" panose="02020603050405020304" pitchFamily="18" charset="0"/>
          </a:endParaRPr>
        </a:p>
      </dgm:t>
    </dgm:pt>
    <dgm:pt modelId="{C992477C-84E5-4F8F-8630-305F23583E7C}">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Keep repeating steps 3 to 8 until the user exits.</a:t>
          </a:r>
        </a:p>
      </dgm:t>
    </dgm:pt>
    <dgm:pt modelId="{40961C2B-8352-4748-BF42-38FA0D071A05}" type="parTrans" cxnId="{F9EF1469-7798-4E03-ADD5-F3A54DB1BBF5}">
      <dgm:prSet/>
      <dgm:spPr/>
      <dgm:t>
        <a:bodyPr/>
        <a:lstStyle/>
        <a:p>
          <a:endParaRPr lang="en-IN" sz="3600">
            <a:latin typeface="Times New Roman" panose="02020603050405020304" pitchFamily="18" charset="0"/>
            <a:cs typeface="Times New Roman" panose="02020603050405020304" pitchFamily="18" charset="0"/>
          </a:endParaRPr>
        </a:p>
      </dgm:t>
    </dgm:pt>
    <dgm:pt modelId="{A9B06F45-38C5-48AC-825E-A352E5D78AB6}" type="sibTrans" cxnId="{F9EF1469-7798-4E03-ADD5-F3A54DB1BBF5}">
      <dgm:prSet/>
      <dgm:spPr/>
      <dgm:t>
        <a:bodyPr/>
        <a:lstStyle/>
        <a:p>
          <a:endParaRPr lang="en-IN" sz="3600">
            <a:latin typeface="Times New Roman" panose="02020603050405020304" pitchFamily="18" charset="0"/>
            <a:cs typeface="Times New Roman" panose="02020603050405020304" pitchFamily="18" charset="0"/>
          </a:endParaRPr>
        </a:p>
      </dgm:t>
    </dgm:pt>
    <dgm:pt modelId="{BEBEAE9E-3FBA-4B4B-93E9-F24BA6E517B6}">
      <dgm:prSet phldrT="[Text]" custT="1"/>
      <dgm:spPr/>
      <dgm:t>
        <a:bodyPr/>
        <a:lstStyle/>
        <a:p>
          <a:r>
            <a:rPr lang="en-US" sz="1400" dirty="0">
              <a:latin typeface="Times New Roman" panose="02020603050405020304" pitchFamily="18" charset="0"/>
              <a:cs typeface="Times New Roman" panose="02020603050405020304" pitchFamily="18" charset="0"/>
            </a:rPr>
            <a:t>End</a:t>
          </a:r>
          <a:endParaRPr lang="en-IN" sz="1200" dirty="0">
            <a:latin typeface="Times New Roman" panose="02020603050405020304" pitchFamily="18" charset="0"/>
            <a:cs typeface="Times New Roman" panose="02020603050405020304" pitchFamily="18" charset="0"/>
          </a:endParaRPr>
        </a:p>
      </dgm:t>
    </dgm:pt>
    <dgm:pt modelId="{5306CB0E-7593-4AC2-AD17-839329FA9256}" type="parTrans" cxnId="{202D5194-B7F0-498C-91D9-C23255333FD0}">
      <dgm:prSet/>
      <dgm:spPr/>
      <dgm:t>
        <a:bodyPr/>
        <a:lstStyle/>
        <a:p>
          <a:endParaRPr lang="en-IN" sz="3600">
            <a:latin typeface="Times New Roman" panose="02020603050405020304" pitchFamily="18" charset="0"/>
            <a:cs typeface="Times New Roman" panose="02020603050405020304" pitchFamily="18" charset="0"/>
          </a:endParaRPr>
        </a:p>
      </dgm:t>
    </dgm:pt>
    <dgm:pt modelId="{82E8BD1A-A096-4EF8-9DAA-C2208FE5B9DE}" type="sibTrans" cxnId="{202D5194-B7F0-498C-91D9-C23255333FD0}">
      <dgm:prSet/>
      <dgm:spPr/>
      <dgm:t>
        <a:bodyPr/>
        <a:lstStyle/>
        <a:p>
          <a:endParaRPr lang="en-IN" sz="3600">
            <a:latin typeface="Times New Roman" panose="02020603050405020304" pitchFamily="18" charset="0"/>
            <a:cs typeface="Times New Roman" panose="02020603050405020304" pitchFamily="18" charset="0"/>
          </a:endParaRPr>
        </a:p>
      </dgm:t>
    </dgm:pt>
    <dgm:pt modelId="{E64004A2-7411-464F-A18C-76F24678DACF}">
      <dgm:prSet phldrT="[Text]" custT="1"/>
      <dgm:spPr/>
      <dgm: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Check whether the expense file (expenses.csv) already exists.</a:t>
          </a:r>
          <a:endParaRPr lang="en-IN" sz="1400" dirty="0">
            <a:latin typeface="Times New Roman" panose="02020603050405020304" pitchFamily="18" charset="0"/>
            <a:cs typeface="Times New Roman" panose="02020603050405020304" pitchFamily="18" charset="0"/>
          </a:endParaRPr>
        </a:p>
      </dgm:t>
    </dgm:pt>
    <dgm:pt modelId="{759A4BB4-8870-426E-8D8A-63C1FACB149E}" type="parTrans" cxnId="{1B324EAB-2ABD-450D-8924-5B794171238A}">
      <dgm:prSet/>
      <dgm:spPr/>
      <dgm:t>
        <a:bodyPr/>
        <a:lstStyle/>
        <a:p>
          <a:endParaRPr lang="en-IN" sz="3600">
            <a:latin typeface="Times New Roman" panose="02020603050405020304" pitchFamily="18" charset="0"/>
            <a:cs typeface="Times New Roman" panose="02020603050405020304" pitchFamily="18" charset="0"/>
          </a:endParaRPr>
        </a:p>
      </dgm:t>
    </dgm:pt>
    <dgm:pt modelId="{B49E3CA5-8159-4863-A2A7-2FCC32C85119}" type="sibTrans" cxnId="{1B324EAB-2ABD-450D-8924-5B794171238A}">
      <dgm:prSet/>
      <dgm:spPr/>
      <dgm:t>
        <a:bodyPr/>
        <a:lstStyle/>
        <a:p>
          <a:endParaRPr lang="en-IN" sz="3600">
            <a:latin typeface="Times New Roman" panose="02020603050405020304" pitchFamily="18" charset="0"/>
            <a:cs typeface="Times New Roman" panose="02020603050405020304" pitchFamily="18" charset="0"/>
          </a:endParaRPr>
        </a:p>
      </dgm:t>
    </dgm:pt>
    <dgm:pt modelId="{07C60771-E20B-4F55-86BB-024C34AB4BC2}" type="pres">
      <dgm:prSet presAssocID="{E53EDDC4-C6CF-441A-8856-528DAB4C94C5}" presName="vert0" presStyleCnt="0">
        <dgm:presLayoutVars>
          <dgm:dir/>
          <dgm:animOne val="branch"/>
          <dgm:animLvl val="lvl"/>
        </dgm:presLayoutVars>
      </dgm:prSet>
      <dgm:spPr/>
    </dgm:pt>
    <dgm:pt modelId="{A04465C4-18FB-40E0-B28F-89ED44C851F0}" type="pres">
      <dgm:prSet presAssocID="{21C1BD93-2D5B-4A5D-AA5F-3B3C340148C9}" presName="thickLine" presStyleLbl="alignNode1" presStyleIdx="0" presStyleCnt="1"/>
      <dgm:spPr/>
    </dgm:pt>
    <dgm:pt modelId="{7BFF883B-D6C5-4355-A39C-195FC497AC53}" type="pres">
      <dgm:prSet presAssocID="{21C1BD93-2D5B-4A5D-AA5F-3B3C340148C9}" presName="horz1" presStyleCnt="0"/>
      <dgm:spPr/>
    </dgm:pt>
    <dgm:pt modelId="{2332389E-26E1-4FD1-BC17-EE5254624AE4}" type="pres">
      <dgm:prSet presAssocID="{21C1BD93-2D5B-4A5D-AA5F-3B3C340148C9}" presName="tx1" presStyleLbl="revTx" presStyleIdx="0" presStyleCnt="15"/>
      <dgm:spPr/>
    </dgm:pt>
    <dgm:pt modelId="{491F90D4-AFF0-47B2-BA18-9DD0AB05D60B}" type="pres">
      <dgm:prSet presAssocID="{21C1BD93-2D5B-4A5D-AA5F-3B3C340148C9}" presName="vert1" presStyleCnt="0"/>
      <dgm:spPr/>
    </dgm:pt>
    <dgm:pt modelId="{A79C3005-AD68-40DA-B2BF-638DD3654171}" type="pres">
      <dgm:prSet presAssocID="{E64004A2-7411-464F-A18C-76F24678DACF}" presName="vertSpace2a" presStyleCnt="0"/>
      <dgm:spPr/>
    </dgm:pt>
    <dgm:pt modelId="{054DE730-329B-48E9-98F4-AC0B08425BDC}" type="pres">
      <dgm:prSet presAssocID="{E64004A2-7411-464F-A18C-76F24678DACF}" presName="horz2" presStyleCnt="0"/>
      <dgm:spPr/>
    </dgm:pt>
    <dgm:pt modelId="{6DEE92AC-4AD3-42A8-A2A6-776EF3CBE496}" type="pres">
      <dgm:prSet presAssocID="{E64004A2-7411-464F-A18C-76F24678DACF}" presName="horzSpace2" presStyleCnt="0"/>
      <dgm:spPr/>
    </dgm:pt>
    <dgm:pt modelId="{BF14628F-F3C4-4B5C-9811-8A53C50CEAB5}" type="pres">
      <dgm:prSet presAssocID="{E64004A2-7411-464F-A18C-76F24678DACF}" presName="tx2" presStyleLbl="revTx" presStyleIdx="1" presStyleCnt="15"/>
      <dgm:spPr/>
    </dgm:pt>
    <dgm:pt modelId="{B2F3975B-7E6A-4D04-A754-F2CCD68EFD01}" type="pres">
      <dgm:prSet presAssocID="{E64004A2-7411-464F-A18C-76F24678DACF}" presName="vert2" presStyleCnt="0"/>
      <dgm:spPr/>
    </dgm:pt>
    <dgm:pt modelId="{64C57B58-D45B-4F55-85B3-A59489BEB70B}" type="pres">
      <dgm:prSet presAssocID="{E64004A2-7411-464F-A18C-76F24678DACF}" presName="thinLine2b" presStyleLbl="callout" presStyleIdx="0" presStyleCnt="14"/>
      <dgm:spPr/>
    </dgm:pt>
    <dgm:pt modelId="{9EE0BD51-8491-41A2-A84C-4B19950FAD91}" type="pres">
      <dgm:prSet presAssocID="{E64004A2-7411-464F-A18C-76F24678DACF}" presName="vertSpace2b" presStyleCnt="0"/>
      <dgm:spPr/>
    </dgm:pt>
    <dgm:pt modelId="{9F8F8D0F-719B-4FA3-BAAC-5C75806C9453}" type="pres">
      <dgm:prSet presAssocID="{A06836E7-1CDB-49FF-9F58-05923C7EBA8F}" presName="horz2" presStyleCnt="0"/>
      <dgm:spPr/>
    </dgm:pt>
    <dgm:pt modelId="{1A969A82-9280-475D-88E7-C58B42F49F2E}" type="pres">
      <dgm:prSet presAssocID="{A06836E7-1CDB-49FF-9F58-05923C7EBA8F}" presName="horzSpace2" presStyleCnt="0"/>
      <dgm:spPr/>
    </dgm:pt>
    <dgm:pt modelId="{EDFD20D3-0637-4222-A7E5-6727C6FE0E4D}" type="pres">
      <dgm:prSet presAssocID="{A06836E7-1CDB-49FF-9F58-05923C7EBA8F}" presName="tx2" presStyleLbl="revTx" presStyleIdx="2" presStyleCnt="15"/>
      <dgm:spPr/>
    </dgm:pt>
    <dgm:pt modelId="{10A3F812-6F6E-45F3-B83D-37345040FFEA}" type="pres">
      <dgm:prSet presAssocID="{A06836E7-1CDB-49FF-9F58-05923C7EBA8F}" presName="vert2" presStyleCnt="0"/>
      <dgm:spPr/>
    </dgm:pt>
    <dgm:pt modelId="{FBB45308-4008-4CD9-998A-40658474DACA}" type="pres">
      <dgm:prSet presAssocID="{A06836E7-1CDB-49FF-9F58-05923C7EBA8F}" presName="thinLine2b" presStyleLbl="callout" presStyleIdx="1" presStyleCnt="14"/>
      <dgm:spPr/>
    </dgm:pt>
    <dgm:pt modelId="{DEEB2840-923A-46AD-8AEC-F2F1BBCFBCF8}" type="pres">
      <dgm:prSet presAssocID="{A06836E7-1CDB-49FF-9F58-05923C7EBA8F}" presName="vertSpace2b" presStyleCnt="0"/>
      <dgm:spPr/>
    </dgm:pt>
    <dgm:pt modelId="{348F0D54-3308-48EE-852B-1728AC21B529}" type="pres">
      <dgm:prSet presAssocID="{7420906C-69A7-4790-AEE6-9E71A6758D8E}" presName="horz2" presStyleCnt="0"/>
      <dgm:spPr/>
    </dgm:pt>
    <dgm:pt modelId="{B503BF37-393D-4253-9875-A74EADE1CE69}" type="pres">
      <dgm:prSet presAssocID="{7420906C-69A7-4790-AEE6-9E71A6758D8E}" presName="horzSpace2" presStyleCnt="0"/>
      <dgm:spPr/>
    </dgm:pt>
    <dgm:pt modelId="{64EE17FB-80DC-4365-9A32-FC53FEECB992}" type="pres">
      <dgm:prSet presAssocID="{7420906C-69A7-4790-AEE6-9E71A6758D8E}" presName="tx2" presStyleLbl="revTx" presStyleIdx="3" presStyleCnt="15" custScaleY="154467"/>
      <dgm:spPr/>
    </dgm:pt>
    <dgm:pt modelId="{659FEADF-C6AC-4854-BF34-E4560C245AF1}" type="pres">
      <dgm:prSet presAssocID="{7420906C-69A7-4790-AEE6-9E71A6758D8E}" presName="vert2" presStyleCnt="0"/>
      <dgm:spPr/>
    </dgm:pt>
    <dgm:pt modelId="{67ACBFDA-095A-48F2-A550-0BFCC7BAD85B}" type="pres">
      <dgm:prSet presAssocID="{7420906C-69A7-4790-AEE6-9E71A6758D8E}" presName="thinLine2b" presStyleLbl="callout" presStyleIdx="2" presStyleCnt="14"/>
      <dgm:spPr/>
    </dgm:pt>
    <dgm:pt modelId="{7F270FCE-6DDE-4E76-83AE-76CB2944AA8F}" type="pres">
      <dgm:prSet presAssocID="{7420906C-69A7-4790-AEE6-9E71A6758D8E}" presName="vertSpace2b" presStyleCnt="0"/>
      <dgm:spPr/>
    </dgm:pt>
    <dgm:pt modelId="{7F9C1B74-4A8F-4C45-82E4-D3480A4DDD5E}" type="pres">
      <dgm:prSet presAssocID="{875E3A73-8C39-470E-947C-1F586521DE63}" presName="horz2" presStyleCnt="0"/>
      <dgm:spPr/>
    </dgm:pt>
    <dgm:pt modelId="{D2EBD337-AFA7-462D-9967-DE14EE03C124}" type="pres">
      <dgm:prSet presAssocID="{875E3A73-8C39-470E-947C-1F586521DE63}" presName="horzSpace2" presStyleCnt="0"/>
      <dgm:spPr/>
    </dgm:pt>
    <dgm:pt modelId="{0AAE8161-B36A-496E-9AC9-51B20D032A9E}" type="pres">
      <dgm:prSet presAssocID="{875E3A73-8C39-470E-947C-1F586521DE63}" presName="tx2" presStyleLbl="revTx" presStyleIdx="4" presStyleCnt="15"/>
      <dgm:spPr/>
    </dgm:pt>
    <dgm:pt modelId="{B0915132-37F5-4070-A073-DA3D1F7D1FA5}" type="pres">
      <dgm:prSet presAssocID="{875E3A73-8C39-470E-947C-1F586521DE63}" presName="vert2" presStyleCnt="0"/>
      <dgm:spPr/>
    </dgm:pt>
    <dgm:pt modelId="{0AD08757-B814-4DBA-8288-3D43C3A32F5C}" type="pres">
      <dgm:prSet presAssocID="{875E3A73-8C39-470E-947C-1F586521DE63}" presName="thinLine2b" presStyleLbl="callout" presStyleIdx="3" presStyleCnt="14"/>
      <dgm:spPr/>
    </dgm:pt>
    <dgm:pt modelId="{BF062986-7112-49E6-A86E-3CCD1ADC0595}" type="pres">
      <dgm:prSet presAssocID="{875E3A73-8C39-470E-947C-1F586521DE63}" presName="vertSpace2b" presStyleCnt="0"/>
      <dgm:spPr/>
    </dgm:pt>
    <dgm:pt modelId="{69EACA63-6127-4AD5-A19C-8459C9F983BF}" type="pres">
      <dgm:prSet presAssocID="{D5D69D09-4536-4F8D-8851-F6A6F36FA87C}" presName="horz2" presStyleCnt="0"/>
      <dgm:spPr/>
    </dgm:pt>
    <dgm:pt modelId="{B57D0F04-DEC3-4933-A6E0-1BBD2A649F94}" type="pres">
      <dgm:prSet presAssocID="{D5D69D09-4536-4F8D-8851-F6A6F36FA87C}" presName="horzSpace2" presStyleCnt="0"/>
      <dgm:spPr/>
    </dgm:pt>
    <dgm:pt modelId="{22AC64C8-24AD-4DD0-A88D-439D3E6C6F79}" type="pres">
      <dgm:prSet presAssocID="{D5D69D09-4536-4F8D-8851-F6A6F36FA87C}" presName="tx2" presStyleLbl="revTx" presStyleIdx="5" presStyleCnt="15"/>
      <dgm:spPr/>
    </dgm:pt>
    <dgm:pt modelId="{B89B320B-2380-4A6B-88DC-EF135FBBB82D}" type="pres">
      <dgm:prSet presAssocID="{D5D69D09-4536-4F8D-8851-F6A6F36FA87C}" presName="vert2" presStyleCnt="0"/>
      <dgm:spPr/>
    </dgm:pt>
    <dgm:pt modelId="{5043259B-9355-4CB5-8DE1-548F60571D3B}" type="pres">
      <dgm:prSet presAssocID="{D5D69D09-4536-4F8D-8851-F6A6F36FA87C}" presName="thinLine2b" presStyleLbl="callout" presStyleIdx="4" presStyleCnt="14"/>
      <dgm:spPr/>
    </dgm:pt>
    <dgm:pt modelId="{1D28D647-E64E-40E1-B9DB-D047DF789D32}" type="pres">
      <dgm:prSet presAssocID="{D5D69D09-4536-4F8D-8851-F6A6F36FA87C}" presName="vertSpace2b" presStyleCnt="0"/>
      <dgm:spPr/>
    </dgm:pt>
    <dgm:pt modelId="{C36D1545-39B4-46E2-9F02-19CC6B5F971F}" type="pres">
      <dgm:prSet presAssocID="{53262563-22AA-4BF0-9181-7381DF322618}" presName="horz2" presStyleCnt="0"/>
      <dgm:spPr/>
    </dgm:pt>
    <dgm:pt modelId="{127B6CED-F731-4F07-82B0-1EA1F003AFC0}" type="pres">
      <dgm:prSet presAssocID="{53262563-22AA-4BF0-9181-7381DF322618}" presName="horzSpace2" presStyleCnt="0"/>
      <dgm:spPr/>
    </dgm:pt>
    <dgm:pt modelId="{7B204AB1-2845-4B5D-A574-9347D749F46A}" type="pres">
      <dgm:prSet presAssocID="{53262563-22AA-4BF0-9181-7381DF322618}" presName="tx2" presStyleLbl="revTx" presStyleIdx="6" presStyleCnt="15"/>
      <dgm:spPr/>
    </dgm:pt>
    <dgm:pt modelId="{3694FF1D-09AC-4729-80AC-7B7603B70CFF}" type="pres">
      <dgm:prSet presAssocID="{53262563-22AA-4BF0-9181-7381DF322618}" presName="vert2" presStyleCnt="0"/>
      <dgm:spPr/>
    </dgm:pt>
    <dgm:pt modelId="{52D4FA80-42E8-4447-9673-9EDAB691630A}" type="pres">
      <dgm:prSet presAssocID="{53262563-22AA-4BF0-9181-7381DF322618}" presName="thinLine2b" presStyleLbl="callout" presStyleIdx="5" presStyleCnt="14"/>
      <dgm:spPr/>
    </dgm:pt>
    <dgm:pt modelId="{DFB2288C-8963-4B29-BAED-64B4CA3E651E}" type="pres">
      <dgm:prSet presAssocID="{53262563-22AA-4BF0-9181-7381DF322618}" presName="vertSpace2b" presStyleCnt="0"/>
      <dgm:spPr/>
    </dgm:pt>
    <dgm:pt modelId="{E888BFA9-04D0-45ED-9DE3-F112DAA9D2CB}" type="pres">
      <dgm:prSet presAssocID="{4F305E22-306C-4512-A5A5-A9D2D3494CE0}" presName="horz2" presStyleCnt="0"/>
      <dgm:spPr/>
    </dgm:pt>
    <dgm:pt modelId="{14429B4F-F946-464B-BCD0-E2D4DA6F4148}" type="pres">
      <dgm:prSet presAssocID="{4F305E22-306C-4512-A5A5-A9D2D3494CE0}" presName="horzSpace2" presStyleCnt="0"/>
      <dgm:spPr/>
    </dgm:pt>
    <dgm:pt modelId="{A9ECDED7-5521-4E0B-8BF3-D719597053E7}" type="pres">
      <dgm:prSet presAssocID="{4F305E22-306C-4512-A5A5-A9D2D3494CE0}" presName="tx2" presStyleLbl="revTx" presStyleIdx="7" presStyleCnt="15" custScaleY="180827"/>
      <dgm:spPr/>
    </dgm:pt>
    <dgm:pt modelId="{C7FD64F4-31B7-46E3-8F82-088B9F3DE484}" type="pres">
      <dgm:prSet presAssocID="{4F305E22-306C-4512-A5A5-A9D2D3494CE0}" presName="vert2" presStyleCnt="0"/>
      <dgm:spPr/>
    </dgm:pt>
    <dgm:pt modelId="{6EB75B8E-9088-4D89-9A8F-7B9653FD3AA0}" type="pres">
      <dgm:prSet presAssocID="{4F305E22-306C-4512-A5A5-A9D2D3494CE0}" presName="thinLine2b" presStyleLbl="callout" presStyleIdx="6" presStyleCnt="14"/>
      <dgm:spPr/>
    </dgm:pt>
    <dgm:pt modelId="{069895D7-8BE6-4C23-895E-EC3032D64D8A}" type="pres">
      <dgm:prSet presAssocID="{4F305E22-306C-4512-A5A5-A9D2D3494CE0}" presName="vertSpace2b" presStyleCnt="0"/>
      <dgm:spPr/>
    </dgm:pt>
    <dgm:pt modelId="{4AA6EC86-730F-45E5-949B-469C1C6CF5EF}" type="pres">
      <dgm:prSet presAssocID="{FE3FF352-8377-4A1E-8C30-CCBB63DE5A16}" presName="horz2" presStyleCnt="0"/>
      <dgm:spPr/>
    </dgm:pt>
    <dgm:pt modelId="{76633676-F3D8-4963-8554-DD549445E349}" type="pres">
      <dgm:prSet presAssocID="{FE3FF352-8377-4A1E-8C30-CCBB63DE5A16}" presName="horzSpace2" presStyleCnt="0"/>
      <dgm:spPr/>
    </dgm:pt>
    <dgm:pt modelId="{B7054301-83B5-4B1A-AF5D-E7998448F7FB}" type="pres">
      <dgm:prSet presAssocID="{FE3FF352-8377-4A1E-8C30-CCBB63DE5A16}" presName="tx2" presStyleLbl="revTx" presStyleIdx="8" presStyleCnt="15"/>
      <dgm:spPr/>
    </dgm:pt>
    <dgm:pt modelId="{AB9C6D43-C1B4-4CD8-989A-1DA96C08A567}" type="pres">
      <dgm:prSet presAssocID="{FE3FF352-8377-4A1E-8C30-CCBB63DE5A16}" presName="vert2" presStyleCnt="0"/>
      <dgm:spPr/>
    </dgm:pt>
    <dgm:pt modelId="{100417DD-30BD-4B81-AFCE-EFDB5D2AE27A}" type="pres">
      <dgm:prSet presAssocID="{FE3FF352-8377-4A1E-8C30-CCBB63DE5A16}" presName="thinLine2b" presStyleLbl="callout" presStyleIdx="7" presStyleCnt="14"/>
      <dgm:spPr/>
    </dgm:pt>
    <dgm:pt modelId="{7D6DCD7D-A8FA-4502-8C53-7C620E173566}" type="pres">
      <dgm:prSet presAssocID="{FE3FF352-8377-4A1E-8C30-CCBB63DE5A16}" presName="vertSpace2b" presStyleCnt="0"/>
      <dgm:spPr/>
    </dgm:pt>
    <dgm:pt modelId="{B2E3E02C-2C38-4B6F-AC52-AE18738AC01A}" type="pres">
      <dgm:prSet presAssocID="{EC13B73C-B026-4370-8045-48DE20EA579C}" presName="horz2" presStyleCnt="0"/>
      <dgm:spPr/>
    </dgm:pt>
    <dgm:pt modelId="{6E99EC3B-A308-40D5-B0F6-FE212FB29889}" type="pres">
      <dgm:prSet presAssocID="{EC13B73C-B026-4370-8045-48DE20EA579C}" presName="horzSpace2" presStyleCnt="0"/>
      <dgm:spPr/>
    </dgm:pt>
    <dgm:pt modelId="{D0FF1AC0-1162-46A6-AA1C-6A3CE2964355}" type="pres">
      <dgm:prSet presAssocID="{EC13B73C-B026-4370-8045-48DE20EA579C}" presName="tx2" presStyleLbl="revTx" presStyleIdx="9" presStyleCnt="15" custScaleY="178153"/>
      <dgm:spPr/>
    </dgm:pt>
    <dgm:pt modelId="{38B8A176-48DE-4D5B-AFA9-A47ACBAFAB40}" type="pres">
      <dgm:prSet presAssocID="{EC13B73C-B026-4370-8045-48DE20EA579C}" presName="vert2" presStyleCnt="0"/>
      <dgm:spPr/>
    </dgm:pt>
    <dgm:pt modelId="{9D2ECC15-7A75-43F9-8A41-A1B3BBDA98F4}" type="pres">
      <dgm:prSet presAssocID="{EC13B73C-B026-4370-8045-48DE20EA579C}" presName="thinLine2b" presStyleLbl="callout" presStyleIdx="8" presStyleCnt="14"/>
      <dgm:spPr/>
    </dgm:pt>
    <dgm:pt modelId="{809C4AF6-78D8-439F-A08C-1840525357D2}" type="pres">
      <dgm:prSet presAssocID="{EC13B73C-B026-4370-8045-48DE20EA579C}" presName="vertSpace2b" presStyleCnt="0"/>
      <dgm:spPr/>
    </dgm:pt>
    <dgm:pt modelId="{DB963403-1F4D-463D-A403-B34B443FE31C}" type="pres">
      <dgm:prSet presAssocID="{3186C8E7-3720-498E-B7D3-AE56B3259FA6}" presName="horz2" presStyleCnt="0"/>
      <dgm:spPr/>
    </dgm:pt>
    <dgm:pt modelId="{EA80AA9C-AEA8-4955-B28A-9F39E426D755}" type="pres">
      <dgm:prSet presAssocID="{3186C8E7-3720-498E-B7D3-AE56B3259FA6}" presName="horzSpace2" presStyleCnt="0"/>
      <dgm:spPr/>
    </dgm:pt>
    <dgm:pt modelId="{3AFED8DE-C95D-42F1-8F90-0DA00E97D1FF}" type="pres">
      <dgm:prSet presAssocID="{3186C8E7-3720-498E-B7D3-AE56B3259FA6}" presName="tx2" presStyleLbl="revTx" presStyleIdx="10" presStyleCnt="15" custScaleY="182988"/>
      <dgm:spPr/>
    </dgm:pt>
    <dgm:pt modelId="{34D07811-A4E9-4FF9-96C1-1DF2F3AF4376}" type="pres">
      <dgm:prSet presAssocID="{3186C8E7-3720-498E-B7D3-AE56B3259FA6}" presName="vert2" presStyleCnt="0"/>
      <dgm:spPr/>
    </dgm:pt>
    <dgm:pt modelId="{F9E2361C-D0FD-4CC4-BB1E-028721CCDC86}" type="pres">
      <dgm:prSet presAssocID="{3186C8E7-3720-498E-B7D3-AE56B3259FA6}" presName="thinLine2b" presStyleLbl="callout" presStyleIdx="9" presStyleCnt="14" custLinFactY="5597" custLinFactNeighborX="1814" custLinFactNeighborY="100000"/>
      <dgm:spPr/>
    </dgm:pt>
    <dgm:pt modelId="{02E28912-D40E-4F4F-A1D6-F3D7984B7F31}" type="pres">
      <dgm:prSet presAssocID="{3186C8E7-3720-498E-B7D3-AE56B3259FA6}" presName="vertSpace2b" presStyleCnt="0"/>
      <dgm:spPr/>
    </dgm:pt>
    <dgm:pt modelId="{6ADDF687-A206-4DCB-810F-8F037B7089C1}" type="pres">
      <dgm:prSet presAssocID="{75F2E800-2A99-4AD0-AC61-D2F901FCCBC7}" presName="horz2" presStyleCnt="0"/>
      <dgm:spPr/>
    </dgm:pt>
    <dgm:pt modelId="{177B4046-3E0C-4902-8F9B-90F494D40A86}" type="pres">
      <dgm:prSet presAssocID="{75F2E800-2A99-4AD0-AC61-D2F901FCCBC7}" presName="horzSpace2" presStyleCnt="0"/>
      <dgm:spPr/>
    </dgm:pt>
    <dgm:pt modelId="{ADD5B13E-F569-4D26-BEAB-65EB00E272A8}" type="pres">
      <dgm:prSet presAssocID="{75F2E800-2A99-4AD0-AC61-D2F901FCCBC7}" presName="tx2" presStyleLbl="revTx" presStyleIdx="11" presStyleCnt="15"/>
      <dgm:spPr/>
    </dgm:pt>
    <dgm:pt modelId="{23AB6A03-054B-4E8B-A861-D7796571FE31}" type="pres">
      <dgm:prSet presAssocID="{75F2E800-2A99-4AD0-AC61-D2F901FCCBC7}" presName="vert2" presStyleCnt="0"/>
      <dgm:spPr/>
    </dgm:pt>
    <dgm:pt modelId="{902D34B0-FD59-4DFF-AFF1-173331A182B4}" type="pres">
      <dgm:prSet presAssocID="{75F2E800-2A99-4AD0-AC61-D2F901FCCBC7}" presName="thinLine2b" presStyleLbl="callout" presStyleIdx="10" presStyleCnt="14"/>
      <dgm:spPr/>
    </dgm:pt>
    <dgm:pt modelId="{BE474F6A-CE8A-4A8D-ACE4-AC4D9D918C6C}" type="pres">
      <dgm:prSet presAssocID="{75F2E800-2A99-4AD0-AC61-D2F901FCCBC7}" presName="vertSpace2b" presStyleCnt="0"/>
      <dgm:spPr/>
    </dgm:pt>
    <dgm:pt modelId="{5D4175DD-E719-4D08-83C5-8DED66C95992}" type="pres">
      <dgm:prSet presAssocID="{9789E170-C43D-4C4B-9475-9848D9FD6DB0}" presName="horz2" presStyleCnt="0"/>
      <dgm:spPr/>
    </dgm:pt>
    <dgm:pt modelId="{D2594A71-B7D5-46B8-9C0B-A26E8EEFB684}" type="pres">
      <dgm:prSet presAssocID="{9789E170-C43D-4C4B-9475-9848D9FD6DB0}" presName="horzSpace2" presStyleCnt="0"/>
      <dgm:spPr/>
    </dgm:pt>
    <dgm:pt modelId="{286CD457-B699-4036-A11A-7A316A21F8E5}" type="pres">
      <dgm:prSet presAssocID="{9789E170-C43D-4C4B-9475-9848D9FD6DB0}" presName="tx2" presStyleLbl="revTx" presStyleIdx="12" presStyleCnt="15" custScaleY="199107"/>
      <dgm:spPr/>
    </dgm:pt>
    <dgm:pt modelId="{5AD9CD67-D4D9-4862-92F9-9DC4F0BC34AF}" type="pres">
      <dgm:prSet presAssocID="{9789E170-C43D-4C4B-9475-9848D9FD6DB0}" presName="vert2" presStyleCnt="0"/>
      <dgm:spPr/>
    </dgm:pt>
    <dgm:pt modelId="{7237E8CB-D770-435E-A338-A2A954FC7BAF}" type="pres">
      <dgm:prSet presAssocID="{9789E170-C43D-4C4B-9475-9848D9FD6DB0}" presName="thinLine2b" presStyleLbl="callout" presStyleIdx="11" presStyleCnt="14"/>
      <dgm:spPr/>
    </dgm:pt>
    <dgm:pt modelId="{53136D9A-3A97-4FD9-8484-503C80F61405}" type="pres">
      <dgm:prSet presAssocID="{9789E170-C43D-4C4B-9475-9848D9FD6DB0}" presName="vertSpace2b" presStyleCnt="0"/>
      <dgm:spPr/>
    </dgm:pt>
    <dgm:pt modelId="{24A4DBAA-C917-4AA8-B877-090D5ADE7607}" type="pres">
      <dgm:prSet presAssocID="{C992477C-84E5-4F8F-8630-305F23583E7C}" presName="horz2" presStyleCnt="0"/>
      <dgm:spPr/>
    </dgm:pt>
    <dgm:pt modelId="{E20CF7B5-4EF8-46A9-9A24-5F5764ED1843}" type="pres">
      <dgm:prSet presAssocID="{C992477C-84E5-4F8F-8630-305F23583E7C}" presName="horzSpace2" presStyleCnt="0"/>
      <dgm:spPr/>
    </dgm:pt>
    <dgm:pt modelId="{24B45641-6F52-4734-A303-29992C05100F}" type="pres">
      <dgm:prSet presAssocID="{C992477C-84E5-4F8F-8630-305F23583E7C}" presName="tx2" presStyleLbl="revTx" presStyleIdx="13" presStyleCnt="15"/>
      <dgm:spPr/>
    </dgm:pt>
    <dgm:pt modelId="{ECE226F5-0428-4E3F-8B5E-3F62D769E26B}" type="pres">
      <dgm:prSet presAssocID="{C992477C-84E5-4F8F-8630-305F23583E7C}" presName="vert2" presStyleCnt="0"/>
      <dgm:spPr/>
    </dgm:pt>
    <dgm:pt modelId="{532E47B9-3FD7-4203-B08D-4AA0A1E40032}" type="pres">
      <dgm:prSet presAssocID="{C992477C-84E5-4F8F-8630-305F23583E7C}" presName="thinLine2b" presStyleLbl="callout" presStyleIdx="12" presStyleCnt="14"/>
      <dgm:spPr/>
    </dgm:pt>
    <dgm:pt modelId="{EE0A6EBE-D402-45AE-95E7-8E7CA33B6A72}" type="pres">
      <dgm:prSet presAssocID="{C992477C-84E5-4F8F-8630-305F23583E7C}" presName="vertSpace2b" presStyleCnt="0"/>
      <dgm:spPr/>
    </dgm:pt>
    <dgm:pt modelId="{EF786FF9-A155-4018-BDFE-35D350161B9B}" type="pres">
      <dgm:prSet presAssocID="{BEBEAE9E-3FBA-4B4B-93E9-F24BA6E517B6}" presName="horz2" presStyleCnt="0"/>
      <dgm:spPr/>
    </dgm:pt>
    <dgm:pt modelId="{B3264315-702D-45BA-8A5C-C2FE08E71454}" type="pres">
      <dgm:prSet presAssocID="{BEBEAE9E-3FBA-4B4B-93E9-F24BA6E517B6}" presName="horzSpace2" presStyleCnt="0"/>
      <dgm:spPr/>
    </dgm:pt>
    <dgm:pt modelId="{F733003D-DA84-4084-9323-D735EC460BF5}" type="pres">
      <dgm:prSet presAssocID="{BEBEAE9E-3FBA-4B4B-93E9-F24BA6E517B6}" presName="tx2" presStyleLbl="revTx" presStyleIdx="14" presStyleCnt="15"/>
      <dgm:spPr/>
    </dgm:pt>
    <dgm:pt modelId="{3DD9552D-CE96-4693-9FA8-275CBD962DBF}" type="pres">
      <dgm:prSet presAssocID="{BEBEAE9E-3FBA-4B4B-93E9-F24BA6E517B6}" presName="vert2" presStyleCnt="0"/>
      <dgm:spPr/>
    </dgm:pt>
    <dgm:pt modelId="{2F59D2D6-F2F7-46A5-B27B-9D507823CD7E}" type="pres">
      <dgm:prSet presAssocID="{BEBEAE9E-3FBA-4B4B-93E9-F24BA6E517B6}" presName="thinLine2b" presStyleLbl="callout" presStyleIdx="13" presStyleCnt="14"/>
      <dgm:spPr/>
    </dgm:pt>
    <dgm:pt modelId="{CB8EEAE2-5F87-436A-8DC5-247AF883F58A}" type="pres">
      <dgm:prSet presAssocID="{BEBEAE9E-3FBA-4B4B-93E9-F24BA6E517B6}" presName="vertSpace2b" presStyleCnt="0"/>
      <dgm:spPr/>
    </dgm:pt>
  </dgm:ptLst>
  <dgm:cxnLst>
    <dgm:cxn modelId="{7DFCE205-7317-4822-8916-D46EF0408B46}" srcId="{21C1BD93-2D5B-4A5D-AA5F-3B3C340148C9}" destId="{53262563-22AA-4BF0-9181-7381DF322618}" srcOrd="5" destOrd="0" parTransId="{8706E349-AC56-4D6C-AD56-F3395AA1ACCF}" sibTransId="{94403740-9151-4158-B4C5-61A5F71B6FBF}"/>
    <dgm:cxn modelId="{AEEAD50A-DA15-4F15-B72C-84E5B5F7C45F}" srcId="{21C1BD93-2D5B-4A5D-AA5F-3B3C340148C9}" destId="{FE3FF352-8377-4A1E-8C30-CCBB63DE5A16}" srcOrd="7" destOrd="0" parTransId="{04A9B954-B662-4B16-8C24-5657CDF9A306}" sibTransId="{CCC303B1-F75D-412D-B772-BEA00C2C6101}"/>
    <dgm:cxn modelId="{A98BF61A-4456-4B26-9A45-DBF894BC5E3A}" type="presOf" srcId="{875E3A73-8C39-470E-947C-1F586521DE63}" destId="{0AAE8161-B36A-496E-9AC9-51B20D032A9E}" srcOrd="0" destOrd="0" presId="urn:microsoft.com/office/officeart/2008/layout/LinedList"/>
    <dgm:cxn modelId="{842A3629-D18F-44FF-8D2A-A7097F928F35}" type="presOf" srcId="{E64004A2-7411-464F-A18C-76F24678DACF}" destId="{BF14628F-F3C4-4B5C-9811-8A53C50CEAB5}" srcOrd="0" destOrd="0" presId="urn:microsoft.com/office/officeart/2008/layout/LinedList"/>
    <dgm:cxn modelId="{16DA113C-05C8-4A47-A590-F1E707530D30}" srcId="{21C1BD93-2D5B-4A5D-AA5F-3B3C340148C9}" destId="{3186C8E7-3720-498E-B7D3-AE56B3259FA6}" srcOrd="9" destOrd="0" parTransId="{301ABA1B-E3BF-42E6-9940-863D8AD10A09}" sibTransId="{B29D8F99-B03E-4A89-98F6-4D498A4B69E4}"/>
    <dgm:cxn modelId="{861CF244-8A65-4F22-9019-6B1FE46A5142}" type="presOf" srcId="{21C1BD93-2D5B-4A5D-AA5F-3B3C340148C9}" destId="{2332389E-26E1-4FD1-BC17-EE5254624AE4}" srcOrd="0" destOrd="0" presId="urn:microsoft.com/office/officeart/2008/layout/LinedList"/>
    <dgm:cxn modelId="{12458045-EF37-4843-803F-EF2AEAB4B544}" type="presOf" srcId="{BEBEAE9E-3FBA-4B4B-93E9-F24BA6E517B6}" destId="{F733003D-DA84-4084-9323-D735EC460BF5}" srcOrd="0" destOrd="0" presId="urn:microsoft.com/office/officeart/2008/layout/LinedList"/>
    <dgm:cxn modelId="{79F72E66-53D4-4970-A81D-ECDE23C9C822}" type="presOf" srcId="{4F305E22-306C-4512-A5A5-A9D2D3494CE0}" destId="{A9ECDED7-5521-4E0B-8BF3-D719597053E7}" srcOrd="0" destOrd="0" presId="urn:microsoft.com/office/officeart/2008/layout/LinedList"/>
    <dgm:cxn modelId="{98C61547-7BDF-47AB-94D4-F70E4FEE5E37}" srcId="{21C1BD93-2D5B-4A5D-AA5F-3B3C340148C9}" destId="{75F2E800-2A99-4AD0-AC61-D2F901FCCBC7}" srcOrd="10" destOrd="0" parTransId="{C9D56443-9873-4502-96B5-740F9DF94FA5}" sibTransId="{5CED5AB3-2F53-4AF1-ADEE-9AC336126922}"/>
    <dgm:cxn modelId="{F9EF1469-7798-4E03-ADD5-F3A54DB1BBF5}" srcId="{21C1BD93-2D5B-4A5D-AA5F-3B3C340148C9}" destId="{C992477C-84E5-4F8F-8630-305F23583E7C}" srcOrd="12" destOrd="0" parTransId="{40961C2B-8352-4748-BF42-38FA0D071A05}" sibTransId="{A9B06F45-38C5-48AC-825E-A352E5D78AB6}"/>
    <dgm:cxn modelId="{1E164349-64B8-4A55-90C7-E26591F7DABA}" type="presOf" srcId="{9789E170-C43D-4C4B-9475-9848D9FD6DB0}" destId="{286CD457-B699-4036-A11A-7A316A21F8E5}" srcOrd="0" destOrd="0" presId="urn:microsoft.com/office/officeart/2008/layout/LinedList"/>
    <dgm:cxn modelId="{5A07AD49-B456-41A4-B233-40C601BC0552}" srcId="{21C1BD93-2D5B-4A5D-AA5F-3B3C340148C9}" destId="{875E3A73-8C39-470E-947C-1F586521DE63}" srcOrd="3" destOrd="0" parTransId="{35637928-FA10-423E-AD05-7EF93AE491CF}" sibTransId="{82B5DD10-448E-4C31-8153-9CFBEFAE980E}"/>
    <dgm:cxn modelId="{95BA2A4D-7C81-4158-A84D-9BF6EA3189CF}" type="presOf" srcId="{D5D69D09-4536-4F8D-8851-F6A6F36FA87C}" destId="{22AC64C8-24AD-4DD0-A88D-439D3E6C6F79}" srcOrd="0" destOrd="0" presId="urn:microsoft.com/office/officeart/2008/layout/LinedList"/>
    <dgm:cxn modelId="{ABB88084-38FF-4B0B-8DCE-244BBA75F98D}" type="presOf" srcId="{FE3FF352-8377-4A1E-8C30-CCBB63DE5A16}" destId="{B7054301-83B5-4B1A-AF5D-E7998448F7FB}" srcOrd="0" destOrd="0" presId="urn:microsoft.com/office/officeart/2008/layout/LinedList"/>
    <dgm:cxn modelId="{E1E4F88C-D2F9-4AD3-861C-4C6C1D20EA25}" srcId="{21C1BD93-2D5B-4A5D-AA5F-3B3C340148C9}" destId="{4F305E22-306C-4512-A5A5-A9D2D3494CE0}" srcOrd="6" destOrd="0" parTransId="{3C633108-AEC0-4928-819F-9CD67D9B39F7}" sibTransId="{8F4B7828-8AD5-4EF1-BF1E-F319F61DCE44}"/>
    <dgm:cxn modelId="{202D5194-B7F0-498C-91D9-C23255333FD0}" srcId="{21C1BD93-2D5B-4A5D-AA5F-3B3C340148C9}" destId="{BEBEAE9E-3FBA-4B4B-93E9-F24BA6E517B6}" srcOrd="13" destOrd="0" parTransId="{5306CB0E-7593-4AC2-AD17-839329FA9256}" sibTransId="{82E8BD1A-A096-4EF8-9DAA-C2208FE5B9DE}"/>
    <dgm:cxn modelId="{1C6BF0A7-2E43-4EDE-A096-231F7702BC30}" type="presOf" srcId="{C992477C-84E5-4F8F-8630-305F23583E7C}" destId="{24B45641-6F52-4734-A303-29992C05100F}" srcOrd="0" destOrd="0" presId="urn:microsoft.com/office/officeart/2008/layout/LinedList"/>
    <dgm:cxn modelId="{1B324EAB-2ABD-450D-8924-5B794171238A}" srcId="{21C1BD93-2D5B-4A5D-AA5F-3B3C340148C9}" destId="{E64004A2-7411-464F-A18C-76F24678DACF}" srcOrd="0" destOrd="0" parTransId="{759A4BB4-8870-426E-8D8A-63C1FACB149E}" sibTransId="{B49E3CA5-8159-4863-A2A7-2FCC32C85119}"/>
    <dgm:cxn modelId="{E73ED4B2-993A-4DAF-ADCD-4C09870DB9AC}" srcId="{21C1BD93-2D5B-4A5D-AA5F-3B3C340148C9}" destId="{7420906C-69A7-4790-AEE6-9E71A6758D8E}" srcOrd="2" destOrd="0" parTransId="{D8EE60F3-C09F-4174-8512-C44BA848C6B6}" sibTransId="{8B8D5B55-580A-477E-BCEF-AB10C5A0D6DB}"/>
    <dgm:cxn modelId="{35BC2FB4-9C8D-4B8A-9448-2376B7218B4A}" type="presOf" srcId="{75F2E800-2A99-4AD0-AC61-D2F901FCCBC7}" destId="{ADD5B13E-F569-4D26-BEAB-65EB00E272A8}" srcOrd="0" destOrd="0" presId="urn:microsoft.com/office/officeart/2008/layout/LinedList"/>
    <dgm:cxn modelId="{2BABE9BA-02ED-4A4B-9654-A36BE6F997F3}" type="presOf" srcId="{3186C8E7-3720-498E-B7D3-AE56B3259FA6}" destId="{3AFED8DE-C95D-42F1-8F90-0DA00E97D1FF}" srcOrd="0" destOrd="0" presId="urn:microsoft.com/office/officeart/2008/layout/LinedList"/>
    <dgm:cxn modelId="{CD3468C4-2879-4608-9863-E048B6F820AD}" srcId="{21C1BD93-2D5B-4A5D-AA5F-3B3C340148C9}" destId="{A06836E7-1CDB-49FF-9F58-05923C7EBA8F}" srcOrd="1" destOrd="0" parTransId="{2279BE4C-AE46-4AA9-ACA5-0C451296247D}" sibTransId="{ECB7DBA9-044F-40A2-A014-14366E2CC6EC}"/>
    <dgm:cxn modelId="{3210F0CC-A038-40FD-AF4F-6EDB0AC1BECD}" type="presOf" srcId="{E53EDDC4-C6CF-441A-8856-528DAB4C94C5}" destId="{07C60771-E20B-4F55-86BB-024C34AB4BC2}" srcOrd="0" destOrd="0" presId="urn:microsoft.com/office/officeart/2008/layout/LinedList"/>
    <dgm:cxn modelId="{612B65CF-E7A5-48C0-8CD7-67EB37DB4FCE}" type="presOf" srcId="{A06836E7-1CDB-49FF-9F58-05923C7EBA8F}" destId="{EDFD20D3-0637-4222-A7E5-6727C6FE0E4D}" srcOrd="0" destOrd="0" presId="urn:microsoft.com/office/officeart/2008/layout/LinedList"/>
    <dgm:cxn modelId="{4A5194DD-FC6A-401B-A2E6-B5EB7C123D4E}" srcId="{21C1BD93-2D5B-4A5D-AA5F-3B3C340148C9}" destId="{9789E170-C43D-4C4B-9475-9848D9FD6DB0}" srcOrd="11" destOrd="0" parTransId="{1166F9B0-32A8-48B2-87C9-E90FEECE039A}" sibTransId="{1EB3C033-D600-43D4-8BBB-BA46B977FC0B}"/>
    <dgm:cxn modelId="{230831DF-04C5-4CA2-A9BE-AB9BBB2E9AD5}" type="presOf" srcId="{7420906C-69A7-4790-AEE6-9E71A6758D8E}" destId="{64EE17FB-80DC-4365-9A32-FC53FEECB992}" srcOrd="0" destOrd="0" presId="urn:microsoft.com/office/officeart/2008/layout/LinedList"/>
    <dgm:cxn modelId="{729149E2-4653-4490-95DD-515E98904672}" type="presOf" srcId="{EC13B73C-B026-4370-8045-48DE20EA579C}" destId="{D0FF1AC0-1162-46A6-AA1C-6A3CE2964355}" srcOrd="0" destOrd="0" presId="urn:microsoft.com/office/officeart/2008/layout/LinedList"/>
    <dgm:cxn modelId="{E3DCE8E9-61AD-4498-8C22-4BA1AFA074FA}" srcId="{21C1BD93-2D5B-4A5D-AA5F-3B3C340148C9}" destId="{EC13B73C-B026-4370-8045-48DE20EA579C}" srcOrd="8" destOrd="0" parTransId="{11FB0443-EB6D-4618-ADCA-4C742A408F5C}" sibTransId="{8559774D-7C70-42DF-843B-385689E01486}"/>
    <dgm:cxn modelId="{FD2B4AF2-EC0B-4742-A010-0AF38D210905}" srcId="{21C1BD93-2D5B-4A5D-AA5F-3B3C340148C9}" destId="{D5D69D09-4536-4F8D-8851-F6A6F36FA87C}" srcOrd="4" destOrd="0" parTransId="{91CEC61C-0FFC-4134-BB4B-C4F71F9EB8C8}" sibTransId="{D045E355-8FA4-484E-BE81-C8C010B155C2}"/>
    <dgm:cxn modelId="{8E3C07FA-9E38-4F07-8B13-9935E31A0D4C}" srcId="{E53EDDC4-C6CF-441A-8856-528DAB4C94C5}" destId="{21C1BD93-2D5B-4A5D-AA5F-3B3C340148C9}" srcOrd="0" destOrd="0" parTransId="{D503DDED-20E7-4B1C-844A-C4DD5F275BB6}" sibTransId="{81515C05-4EB3-4D3B-A6B9-3594AF62AEFE}"/>
    <dgm:cxn modelId="{583EB0FB-FE3F-40D9-817B-7C011A21B2C3}" type="presOf" srcId="{53262563-22AA-4BF0-9181-7381DF322618}" destId="{7B204AB1-2845-4B5D-A574-9347D749F46A}" srcOrd="0" destOrd="0" presId="urn:microsoft.com/office/officeart/2008/layout/LinedList"/>
    <dgm:cxn modelId="{7329E716-A1C1-451E-A2F4-9AB3614B1AD4}" type="presParOf" srcId="{07C60771-E20B-4F55-86BB-024C34AB4BC2}" destId="{A04465C4-18FB-40E0-B28F-89ED44C851F0}" srcOrd="0" destOrd="0" presId="urn:microsoft.com/office/officeart/2008/layout/LinedList"/>
    <dgm:cxn modelId="{0519E0A1-46D9-4AC7-A43B-8CA5F3CADFB2}" type="presParOf" srcId="{07C60771-E20B-4F55-86BB-024C34AB4BC2}" destId="{7BFF883B-D6C5-4355-A39C-195FC497AC53}" srcOrd="1" destOrd="0" presId="urn:microsoft.com/office/officeart/2008/layout/LinedList"/>
    <dgm:cxn modelId="{7A70D2E6-AC1E-4974-B6AA-922CCB8B495D}" type="presParOf" srcId="{7BFF883B-D6C5-4355-A39C-195FC497AC53}" destId="{2332389E-26E1-4FD1-BC17-EE5254624AE4}" srcOrd="0" destOrd="0" presId="urn:microsoft.com/office/officeart/2008/layout/LinedList"/>
    <dgm:cxn modelId="{4ED5DB48-821D-4554-A33F-B5007BE9447D}" type="presParOf" srcId="{7BFF883B-D6C5-4355-A39C-195FC497AC53}" destId="{491F90D4-AFF0-47B2-BA18-9DD0AB05D60B}" srcOrd="1" destOrd="0" presId="urn:microsoft.com/office/officeart/2008/layout/LinedList"/>
    <dgm:cxn modelId="{84B722E9-7AAB-490A-B8C6-C80B88CF7599}" type="presParOf" srcId="{491F90D4-AFF0-47B2-BA18-9DD0AB05D60B}" destId="{A79C3005-AD68-40DA-B2BF-638DD3654171}" srcOrd="0" destOrd="0" presId="urn:microsoft.com/office/officeart/2008/layout/LinedList"/>
    <dgm:cxn modelId="{47D81AFF-50FE-484A-96F6-A4865AE8B451}" type="presParOf" srcId="{491F90D4-AFF0-47B2-BA18-9DD0AB05D60B}" destId="{054DE730-329B-48E9-98F4-AC0B08425BDC}" srcOrd="1" destOrd="0" presId="urn:microsoft.com/office/officeart/2008/layout/LinedList"/>
    <dgm:cxn modelId="{7211E7FB-11BE-40DC-A18B-895466E85886}" type="presParOf" srcId="{054DE730-329B-48E9-98F4-AC0B08425BDC}" destId="{6DEE92AC-4AD3-42A8-A2A6-776EF3CBE496}" srcOrd="0" destOrd="0" presId="urn:microsoft.com/office/officeart/2008/layout/LinedList"/>
    <dgm:cxn modelId="{4054D3E6-2BD7-42BA-8C80-C4017915EFBF}" type="presParOf" srcId="{054DE730-329B-48E9-98F4-AC0B08425BDC}" destId="{BF14628F-F3C4-4B5C-9811-8A53C50CEAB5}" srcOrd="1" destOrd="0" presId="urn:microsoft.com/office/officeart/2008/layout/LinedList"/>
    <dgm:cxn modelId="{3C441905-F1B1-421D-A9D3-0D6918F08A88}" type="presParOf" srcId="{054DE730-329B-48E9-98F4-AC0B08425BDC}" destId="{B2F3975B-7E6A-4D04-A754-F2CCD68EFD01}" srcOrd="2" destOrd="0" presId="urn:microsoft.com/office/officeart/2008/layout/LinedList"/>
    <dgm:cxn modelId="{DEDFB838-A5FE-4553-9791-DD2D338DBE08}" type="presParOf" srcId="{491F90D4-AFF0-47B2-BA18-9DD0AB05D60B}" destId="{64C57B58-D45B-4F55-85B3-A59489BEB70B}" srcOrd="2" destOrd="0" presId="urn:microsoft.com/office/officeart/2008/layout/LinedList"/>
    <dgm:cxn modelId="{75140D54-3E7D-41C5-BF9D-F96803BC0275}" type="presParOf" srcId="{491F90D4-AFF0-47B2-BA18-9DD0AB05D60B}" destId="{9EE0BD51-8491-41A2-A84C-4B19950FAD91}" srcOrd="3" destOrd="0" presId="urn:microsoft.com/office/officeart/2008/layout/LinedList"/>
    <dgm:cxn modelId="{4CC1E466-2262-4D40-B77A-3ECA9D51DA54}" type="presParOf" srcId="{491F90D4-AFF0-47B2-BA18-9DD0AB05D60B}" destId="{9F8F8D0F-719B-4FA3-BAAC-5C75806C9453}" srcOrd="4" destOrd="0" presId="urn:microsoft.com/office/officeart/2008/layout/LinedList"/>
    <dgm:cxn modelId="{9E130453-EA94-4F66-A195-F573A1A7DF4D}" type="presParOf" srcId="{9F8F8D0F-719B-4FA3-BAAC-5C75806C9453}" destId="{1A969A82-9280-475D-88E7-C58B42F49F2E}" srcOrd="0" destOrd="0" presId="urn:microsoft.com/office/officeart/2008/layout/LinedList"/>
    <dgm:cxn modelId="{1BE52832-99D1-48BB-9F4B-733E2AD6C7F5}" type="presParOf" srcId="{9F8F8D0F-719B-4FA3-BAAC-5C75806C9453}" destId="{EDFD20D3-0637-4222-A7E5-6727C6FE0E4D}" srcOrd="1" destOrd="0" presId="urn:microsoft.com/office/officeart/2008/layout/LinedList"/>
    <dgm:cxn modelId="{68F297D0-370D-4B13-A50E-99E7C06EE6E9}" type="presParOf" srcId="{9F8F8D0F-719B-4FA3-BAAC-5C75806C9453}" destId="{10A3F812-6F6E-45F3-B83D-37345040FFEA}" srcOrd="2" destOrd="0" presId="urn:microsoft.com/office/officeart/2008/layout/LinedList"/>
    <dgm:cxn modelId="{5B1F17CD-0511-4676-858F-97517B520E1D}" type="presParOf" srcId="{491F90D4-AFF0-47B2-BA18-9DD0AB05D60B}" destId="{FBB45308-4008-4CD9-998A-40658474DACA}" srcOrd="5" destOrd="0" presId="urn:microsoft.com/office/officeart/2008/layout/LinedList"/>
    <dgm:cxn modelId="{250E0243-7236-49E1-83D6-A12C63CDDEB7}" type="presParOf" srcId="{491F90D4-AFF0-47B2-BA18-9DD0AB05D60B}" destId="{DEEB2840-923A-46AD-8AEC-F2F1BBCFBCF8}" srcOrd="6" destOrd="0" presId="urn:microsoft.com/office/officeart/2008/layout/LinedList"/>
    <dgm:cxn modelId="{656B4096-D5FD-4A05-A01A-8BD0043DC33E}" type="presParOf" srcId="{491F90D4-AFF0-47B2-BA18-9DD0AB05D60B}" destId="{348F0D54-3308-48EE-852B-1728AC21B529}" srcOrd="7" destOrd="0" presId="urn:microsoft.com/office/officeart/2008/layout/LinedList"/>
    <dgm:cxn modelId="{30CFF368-51B5-4DAE-9409-8156AD56ED7C}" type="presParOf" srcId="{348F0D54-3308-48EE-852B-1728AC21B529}" destId="{B503BF37-393D-4253-9875-A74EADE1CE69}" srcOrd="0" destOrd="0" presId="urn:microsoft.com/office/officeart/2008/layout/LinedList"/>
    <dgm:cxn modelId="{104EEC97-A2A2-4DE3-A1F3-06528042C84C}" type="presParOf" srcId="{348F0D54-3308-48EE-852B-1728AC21B529}" destId="{64EE17FB-80DC-4365-9A32-FC53FEECB992}" srcOrd="1" destOrd="0" presId="urn:microsoft.com/office/officeart/2008/layout/LinedList"/>
    <dgm:cxn modelId="{3F99CC27-B467-4F91-ADAC-65E141F41E78}" type="presParOf" srcId="{348F0D54-3308-48EE-852B-1728AC21B529}" destId="{659FEADF-C6AC-4854-BF34-E4560C245AF1}" srcOrd="2" destOrd="0" presId="urn:microsoft.com/office/officeart/2008/layout/LinedList"/>
    <dgm:cxn modelId="{A9DD8942-E56A-4E0E-B283-8260EB9D4C63}" type="presParOf" srcId="{491F90D4-AFF0-47B2-BA18-9DD0AB05D60B}" destId="{67ACBFDA-095A-48F2-A550-0BFCC7BAD85B}" srcOrd="8" destOrd="0" presId="urn:microsoft.com/office/officeart/2008/layout/LinedList"/>
    <dgm:cxn modelId="{EA896FFF-65EE-4DD4-8A53-996439BFAF6B}" type="presParOf" srcId="{491F90D4-AFF0-47B2-BA18-9DD0AB05D60B}" destId="{7F270FCE-6DDE-4E76-83AE-76CB2944AA8F}" srcOrd="9" destOrd="0" presId="urn:microsoft.com/office/officeart/2008/layout/LinedList"/>
    <dgm:cxn modelId="{2602E8A1-1897-47E0-A5F5-AF97D78D7D21}" type="presParOf" srcId="{491F90D4-AFF0-47B2-BA18-9DD0AB05D60B}" destId="{7F9C1B74-4A8F-4C45-82E4-D3480A4DDD5E}" srcOrd="10" destOrd="0" presId="urn:microsoft.com/office/officeart/2008/layout/LinedList"/>
    <dgm:cxn modelId="{7A87DC53-EDEF-4AB1-9E4B-58E217288D3A}" type="presParOf" srcId="{7F9C1B74-4A8F-4C45-82E4-D3480A4DDD5E}" destId="{D2EBD337-AFA7-462D-9967-DE14EE03C124}" srcOrd="0" destOrd="0" presId="urn:microsoft.com/office/officeart/2008/layout/LinedList"/>
    <dgm:cxn modelId="{75660F90-2D59-4BC2-90CF-FEAFBA512406}" type="presParOf" srcId="{7F9C1B74-4A8F-4C45-82E4-D3480A4DDD5E}" destId="{0AAE8161-B36A-496E-9AC9-51B20D032A9E}" srcOrd="1" destOrd="0" presId="urn:microsoft.com/office/officeart/2008/layout/LinedList"/>
    <dgm:cxn modelId="{77235CC9-06C6-4813-95F3-0F299D08EAAC}" type="presParOf" srcId="{7F9C1B74-4A8F-4C45-82E4-D3480A4DDD5E}" destId="{B0915132-37F5-4070-A073-DA3D1F7D1FA5}" srcOrd="2" destOrd="0" presId="urn:microsoft.com/office/officeart/2008/layout/LinedList"/>
    <dgm:cxn modelId="{6EB1FBDB-1E0D-4C5E-AC16-0AC1D89FD9FD}" type="presParOf" srcId="{491F90D4-AFF0-47B2-BA18-9DD0AB05D60B}" destId="{0AD08757-B814-4DBA-8288-3D43C3A32F5C}" srcOrd="11" destOrd="0" presId="urn:microsoft.com/office/officeart/2008/layout/LinedList"/>
    <dgm:cxn modelId="{BE614119-3680-4607-9B55-6B72DCA35099}" type="presParOf" srcId="{491F90D4-AFF0-47B2-BA18-9DD0AB05D60B}" destId="{BF062986-7112-49E6-A86E-3CCD1ADC0595}" srcOrd="12" destOrd="0" presId="urn:microsoft.com/office/officeart/2008/layout/LinedList"/>
    <dgm:cxn modelId="{529832C2-D903-45A0-8642-0625B0BECE83}" type="presParOf" srcId="{491F90D4-AFF0-47B2-BA18-9DD0AB05D60B}" destId="{69EACA63-6127-4AD5-A19C-8459C9F983BF}" srcOrd="13" destOrd="0" presId="urn:microsoft.com/office/officeart/2008/layout/LinedList"/>
    <dgm:cxn modelId="{0BBC24ED-50CC-43A7-A050-D5008E82CA86}" type="presParOf" srcId="{69EACA63-6127-4AD5-A19C-8459C9F983BF}" destId="{B57D0F04-DEC3-4933-A6E0-1BBD2A649F94}" srcOrd="0" destOrd="0" presId="urn:microsoft.com/office/officeart/2008/layout/LinedList"/>
    <dgm:cxn modelId="{E09A4A1C-CE4D-4F1D-8AF9-7303D04CD2F0}" type="presParOf" srcId="{69EACA63-6127-4AD5-A19C-8459C9F983BF}" destId="{22AC64C8-24AD-4DD0-A88D-439D3E6C6F79}" srcOrd="1" destOrd="0" presId="urn:microsoft.com/office/officeart/2008/layout/LinedList"/>
    <dgm:cxn modelId="{868F157D-DAF0-4C57-97FE-7420B18692BE}" type="presParOf" srcId="{69EACA63-6127-4AD5-A19C-8459C9F983BF}" destId="{B89B320B-2380-4A6B-88DC-EF135FBBB82D}" srcOrd="2" destOrd="0" presId="urn:microsoft.com/office/officeart/2008/layout/LinedList"/>
    <dgm:cxn modelId="{91FBD998-8677-4E4E-B8D8-C3A2EA94582F}" type="presParOf" srcId="{491F90D4-AFF0-47B2-BA18-9DD0AB05D60B}" destId="{5043259B-9355-4CB5-8DE1-548F60571D3B}" srcOrd="14" destOrd="0" presId="urn:microsoft.com/office/officeart/2008/layout/LinedList"/>
    <dgm:cxn modelId="{FDCEBC19-EC90-448A-A60A-2483648A7AEF}" type="presParOf" srcId="{491F90D4-AFF0-47B2-BA18-9DD0AB05D60B}" destId="{1D28D647-E64E-40E1-B9DB-D047DF789D32}" srcOrd="15" destOrd="0" presId="urn:microsoft.com/office/officeart/2008/layout/LinedList"/>
    <dgm:cxn modelId="{DCA2AC42-1774-4E73-A0B4-BBAB30A4D459}" type="presParOf" srcId="{491F90D4-AFF0-47B2-BA18-9DD0AB05D60B}" destId="{C36D1545-39B4-46E2-9F02-19CC6B5F971F}" srcOrd="16" destOrd="0" presId="urn:microsoft.com/office/officeart/2008/layout/LinedList"/>
    <dgm:cxn modelId="{E8D6F7C6-35B3-46E4-B6F5-B18CEBF8CB98}" type="presParOf" srcId="{C36D1545-39B4-46E2-9F02-19CC6B5F971F}" destId="{127B6CED-F731-4F07-82B0-1EA1F003AFC0}" srcOrd="0" destOrd="0" presId="urn:microsoft.com/office/officeart/2008/layout/LinedList"/>
    <dgm:cxn modelId="{9516C314-6377-4B56-B9F3-E246BEF2B773}" type="presParOf" srcId="{C36D1545-39B4-46E2-9F02-19CC6B5F971F}" destId="{7B204AB1-2845-4B5D-A574-9347D749F46A}" srcOrd="1" destOrd="0" presId="urn:microsoft.com/office/officeart/2008/layout/LinedList"/>
    <dgm:cxn modelId="{D9A13F4F-2AFF-4646-B205-B51CD9FAC0C8}" type="presParOf" srcId="{C36D1545-39B4-46E2-9F02-19CC6B5F971F}" destId="{3694FF1D-09AC-4729-80AC-7B7603B70CFF}" srcOrd="2" destOrd="0" presId="urn:microsoft.com/office/officeart/2008/layout/LinedList"/>
    <dgm:cxn modelId="{D858B28C-977F-4DBD-A41E-832178BFF129}" type="presParOf" srcId="{491F90D4-AFF0-47B2-BA18-9DD0AB05D60B}" destId="{52D4FA80-42E8-4447-9673-9EDAB691630A}" srcOrd="17" destOrd="0" presId="urn:microsoft.com/office/officeart/2008/layout/LinedList"/>
    <dgm:cxn modelId="{81E00679-945D-4B59-B6C8-6AF5F0108200}" type="presParOf" srcId="{491F90D4-AFF0-47B2-BA18-9DD0AB05D60B}" destId="{DFB2288C-8963-4B29-BAED-64B4CA3E651E}" srcOrd="18" destOrd="0" presId="urn:microsoft.com/office/officeart/2008/layout/LinedList"/>
    <dgm:cxn modelId="{B82882E0-15BD-4C31-AF5C-7C60E0F40862}" type="presParOf" srcId="{491F90D4-AFF0-47B2-BA18-9DD0AB05D60B}" destId="{E888BFA9-04D0-45ED-9DE3-F112DAA9D2CB}" srcOrd="19" destOrd="0" presId="urn:microsoft.com/office/officeart/2008/layout/LinedList"/>
    <dgm:cxn modelId="{AEF6801B-CAC6-43C7-988A-37220BBD493F}" type="presParOf" srcId="{E888BFA9-04D0-45ED-9DE3-F112DAA9D2CB}" destId="{14429B4F-F946-464B-BCD0-E2D4DA6F4148}" srcOrd="0" destOrd="0" presId="urn:microsoft.com/office/officeart/2008/layout/LinedList"/>
    <dgm:cxn modelId="{03097832-CB2C-4447-AB9D-0EBD99ADDC1F}" type="presParOf" srcId="{E888BFA9-04D0-45ED-9DE3-F112DAA9D2CB}" destId="{A9ECDED7-5521-4E0B-8BF3-D719597053E7}" srcOrd="1" destOrd="0" presId="urn:microsoft.com/office/officeart/2008/layout/LinedList"/>
    <dgm:cxn modelId="{9961B305-55D8-4F02-BC3E-AE5ED0AB9E26}" type="presParOf" srcId="{E888BFA9-04D0-45ED-9DE3-F112DAA9D2CB}" destId="{C7FD64F4-31B7-46E3-8F82-088B9F3DE484}" srcOrd="2" destOrd="0" presId="urn:microsoft.com/office/officeart/2008/layout/LinedList"/>
    <dgm:cxn modelId="{63713E83-5E7E-4C53-9F97-B015EE04FE26}" type="presParOf" srcId="{491F90D4-AFF0-47B2-BA18-9DD0AB05D60B}" destId="{6EB75B8E-9088-4D89-9A8F-7B9653FD3AA0}" srcOrd="20" destOrd="0" presId="urn:microsoft.com/office/officeart/2008/layout/LinedList"/>
    <dgm:cxn modelId="{5371D5CC-5164-41B1-B92F-BF25EC2EBBEB}" type="presParOf" srcId="{491F90D4-AFF0-47B2-BA18-9DD0AB05D60B}" destId="{069895D7-8BE6-4C23-895E-EC3032D64D8A}" srcOrd="21" destOrd="0" presId="urn:microsoft.com/office/officeart/2008/layout/LinedList"/>
    <dgm:cxn modelId="{C1C7E81E-01E1-4F8C-BD9A-A674999ECDE8}" type="presParOf" srcId="{491F90D4-AFF0-47B2-BA18-9DD0AB05D60B}" destId="{4AA6EC86-730F-45E5-949B-469C1C6CF5EF}" srcOrd="22" destOrd="0" presId="urn:microsoft.com/office/officeart/2008/layout/LinedList"/>
    <dgm:cxn modelId="{6B5E1921-DDFD-4009-B8A1-49719D33D31B}" type="presParOf" srcId="{4AA6EC86-730F-45E5-949B-469C1C6CF5EF}" destId="{76633676-F3D8-4963-8554-DD549445E349}" srcOrd="0" destOrd="0" presId="urn:microsoft.com/office/officeart/2008/layout/LinedList"/>
    <dgm:cxn modelId="{955B627E-F426-4084-B249-48B3A6A4A4FE}" type="presParOf" srcId="{4AA6EC86-730F-45E5-949B-469C1C6CF5EF}" destId="{B7054301-83B5-4B1A-AF5D-E7998448F7FB}" srcOrd="1" destOrd="0" presId="urn:microsoft.com/office/officeart/2008/layout/LinedList"/>
    <dgm:cxn modelId="{EA085B13-9E28-47D0-87AE-9CE53F7DB237}" type="presParOf" srcId="{4AA6EC86-730F-45E5-949B-469C1C6CF5EF}" destId="{AB9C6D43-C1B4-4CD8-989A-1DA96C08A567}" srcOrd="2" destOrd="0" presId="urn:microsoft.com/office/officeart/2008/layout/LinedList"/>
    <dgm:cxn modelId="{F8D93467-0BBF-4158-AF2C-C35ED0A81558}" type="presParOf" srcId="{491F90D4-AFF0-47B2-BA18-9DD0AB05D60B}" destId="{100417DD-30BD-4B81-AFCE-EFDB5D2AE27A}" srcOrd="23" destOrd="0" presId="urn:microsoft.com/office/officeart/2008/layout/LinedList"/>
    <dgm:cxn modelId="{B2D4E5BC-57C2-44AA-A3D0-3DAE24142162}" type="presParOf" srcId="{491F90D4-AFF0-47B2-BA18-9DD0AB05D60B}" destId="{7D6DCD7D-A8FA-4502-8C53-7C620E173566}" srcOrd="24" destOrd="0" presId="urn:microsoft.com/office/officeart/2008/layout/LinedList"/>
    <dgm:cxn modelId="{6A7555D7-92CD-4BF6-80CB-EAB6DD5E9AE3}" type="presParOf" srcId="{491F90D4-AFF0-47B2-BA18-9DD0AB05D60B}" destId="{B2E3E02C-2C38-4B6F-AC52-AE18738AC01A}" srcOrd="25" destOrd="0" presId="urn:microsoft.com/office/officeart/2008/layout/LinedList"/>
    <dgm:cxn modelId="{91EF5FFF-8227-470D-8F53-65A8BC138165}" type="presParOf" srcId="{B2E3E02C-2C38-4B6F-AC52-AE18738AC01A}" destId="{6E99EC3B-A308-40D5-B0F6-FE212FB29889}" srcOrd="0" destOrd="0" presId="urn:microsoft.com/office/officeart/2008/layout/LinedList"/>
    <dgm:cxn modelId="{B2A8252F-C96D-40F8-919A-868D0E2E786F}" type="presParOf" srcId="{B2E3E02C-2C38-4B6F-AC52-AE18738AC01A}" destId="{D0FF1AC0-1162-46A6-AA1C-6A3CE2964355}" srcOrd="1" destOrd="0" presId="urn:microsoft.com/office/officeart/2008/layout/LinedList"/>
    <dgm:cxn modelId="{741EF298-38FE-485A-98CD-27B1CFECF22E}" type="presParOf" srcId="{B2E3E02C-2C38-4B6F-AC52-AE18738AC01A}" destId="{38B8A176-48DE-4D5B-AFA9-A47ACBAFAB40}" srcOrd="2" destOrd="0" presId="urn:microsoft.com/office/officeart/2008/layout/LinedList"/>
    <dgm:cxn modelId="{6D408543-2758-4A7A-B6F3-357E69B26FB7}" type="presParOf" srcId="{491F90D4-AFF0-47B2-BA18-9DD0AB05D60B}" destId="{9D2ECC15-7A75-43F9-8A41-A1B3BBDA98F4}" srcOrd="26" destOrd="0" presId="urn:microsoft.com/office/officeart/2008/layout/LinedList"/>
    <dgm:cxn modelId="{80B80FE4-ED9C-4F11-9B07-69DD5F04CCD5}" type="presParOf" srcId="{491F90D4-AFF0-47B2-BA18-9DD0AB05D60B}" destId="{809C4AF6-78D8-439F-A08C-1840525357D2}" srcOrd="27" destOrd="0" presId="urn:microsoft.com/office/officeart/2008/layout/LinedList"/>
    <dgm:cxn modelId="{4355A5E0-EE45-404C-8DF8-BC36BB8A16F3}" type="presParOf" srcId="{491F90D4-AFF0-47B2-BA18-9DD0AB05D60B}" destId="{DB963403-1F4D-463D-A403-B34B443FE31C}" srcOrd="28" destOrd="0" presId="urn:microsoft.com/office/officeart/2008/layout/LinedList"/>
    <dgm:cxn modelId="{66CB3BF5-B809-476F-9925-8833C212F33D}" type="presParOf" srcId="{DB963403-1F4D-463D-A403-B34B443FE31C}" destId="{EA80AA9C-AEA8-4955-B28A-9F39E426D755}" srcOrd="0" destOrd="0" presId="urn:microsoft.com/office/officeart/2008/layout/LinedList"/>
    <dgm:cxn modelId="{1D1D9B96-B088-4F22-AA0B-28A936469B6B}" type="presParOf" srcId="{DB963403-1F4D-463D-A403-B34B443FE31C}" destId="{3AFED8DE-C95D-42F1-8F90-0DA00E97D1FF}" srcOrd="1" destOrd="0" presId="urn:microsoft.com/office/officeart/2008/layout/LinedList"/>
    <dgm:cxn modelId="{A9ABE55A-B359-40B5-8DE6-C740BEBBCE09}" type="presParOf" srcId="{DB963403-1F4D-463D-A403-B34B443FE31C}" destId="{34D07811-A4E9-4FF9-96C1-1DF2F3AF4376}" srcOrd="2" destOrd="0" presId="urn:microsoft.com/office/officeart/2008/layout/LinedList"/>
    <dgm:cxn modelId="{72D1AD19-B4B0-4D24-8BB5-C607D9EBA774}" type="presParOf" srcId="{491F90D4-AFF0-47B2-BA18-9DD0AB05D60B}" destId="{F9E2361C-D0FD-4CC4-BB1E-028721CCDC86}" srcOrd="29" destOrd="0" presId="urn:microsoft.com/office/officeart/2008/layout/LinedList"/>
    <dgm:cxn modelId="{E95111AA-11B6-4884-BEF2-ECF180EC631B}" type="presParOf" srcId="{491F90D4-AFF0-47B2-BA18-9DD0AB05D60B}" destId="{02E28912-D40E-4F4F-A1D6-F3D7984B7F31}" srcOrd="30" destOrd="0" presId="urn:microsoft.com/office/officeart/2008/layout/LinedList"/>
    <dgm:cxn modelId="{44A60C66-11A8-4B0B-ADA2-6675F9EF2EEB}" type="presParOf" srcId="{491F90D4-AFF0-47B2-BA18-9DD0AB05D60B}" destId="{6ADDF687-A206-4DCB-810F-8F037B7089C1}" srcOrd="31" destOrd="0" presId="urn:microsoft.com/office/officeart/2008/layout/LinedList"/>
    <dgm:cxn modelId="{A4BE2A42-EF50-448D-A9E5-8075F85270A9}" type="presParOf" srcId="{6ADDF687-A206-4DCB-810F-8F037B7089C1}" destId="{177B4046-3E0C-4902-8F9B-90F494D40A86}" srcOrd="0" destOrd="0" presId="urn:microsoft.com/office/officeart/2008/layout/LinedList"/>
    <dgm:cxn modelId="{40589444-3927-44E8-B471-6C0D413BF9D3}" type="presParOf" srcId="{6ADDF687-A206-4DCB-810F-8F037B7089C1}" destId="{ADD5B13E-F569-4D26-BEAB-65EB00E272A8}" srcOrd="1" destOrd="0" presId="urn:microsoft.com/office/officeart/2008/layout/LinedList"/>
    <dgm:cxn modelId="{E9413F34-B5F3-4EFB-8429-AE1F76DB8A88}" type="presParOf" srcId="{6ADDF687-A206-4DCB-810F-8F037B7089C1}" destId="{23AB6A03-054B-4E8B-A861-D7796571FE31}" srcOrd="2" destOrd="0" presId="urn:microsoft.com/office/officeart/2008/layout/LinedList"/>
    <dgm:cxn modelId="{7C95B7C2-33C5-4408-8A84-1F7FF614FDED}" type="presParOf" srcId="{491F90D4-AFF0-47B2-BA18-9DD0AB05D60B}" destId="{902D34B0-FD59-4DFF-AFF1-173331A182B4}" srcOrd="32" destOrd="0" presId="urn:microsoft.com/office/officeart/2008/layout/LinedList"/>
    <dgm:cxn modelId="{C7532F38-15DC-4E5D-825E-2B245037D28B}" type="presParOf" srcId="{491F90D4-AFF0-47B2-BA18-9DD0AB05D60B}" destId="{BE474F6A-CE8A-4A8D-ACE4-AC4D9D918C6C}" srcOrd="33" destOrd="0" presId="urn:microsoft.com/office/officeart/2008/layout/LinedList"/>
    <dgm:cxn modelId="{B42888E3-7B56-4712-BB10-DE62017EF86D}" type="presParOf" srcId="{491F90D4-AFF0-47B2-BA18-9DD0AB05D60B}" destId="{5D4175DD-E719-4D08-83C5-8DED66C95992}" srcOrd="34" destOrd="0" presId="urn:microsoft.com/office/officeart/2008/layout/LinedList"/>
    <dgm:cxn modelId="{2845E31D-55BC-48A0-A5E6-77F580852059}" type="presParOf" srcId="{5D4175DD-E719-4D08-83C5-8DED66C95992}" destId="{D2594A71-B7D5-46B8-9C0B-A26E8EEFB684}" srcOrd="0" destOrd="0" presId="urn:microsoft.com/office/officeart/2008/layout/LinedList"/>
    <dgm:cxn modelId="{012EBE7A-88ED-4BEF-A82B-AC51FB896C47}" type="presParOf" srcId="{5D4175DD-E719-4D08-83C5-8DED66C95992}" destId="{286CD457-B699-4036-A11A-7A316A21F8E5}" srcOrd="1" destOrd="0" presId="urn:microsoft.com/office/officeart/2008/layout/LinedList"/>
    <dgm:cxn modelId="{4E055BE5-F036-4EA5-BD26-71F3DADB37D4}" type="presParOf" srcId="{5D4175DD-E719-4D08-83C5-8DED66C95992}" destId="{5AD9CD67-D4D9-4862-92F9-9DC4F0BC34AF}" srcOrd="2" destOrd="0" presId="urn:microsoft.com/office/officeart/2008/layout/LinedList"/>
    <dgm:cxn modelId="{9CFF1E85-77AE-4F6B-A80D-9933280E7667}" type="presParOf" srcId="{491F90D4-AFF0-47B2-BA18-9DD0AB05D60B}" destId="{7237E8CB-D770-435E-A338-A2A954FC7BAF}" srcOrd="35" destOrd="0" presId="urn:microsoft.com/office/officeart/2008/layout/LinedList"/>
    <dgm:cxn modelId="{8C15B3D7-30EC-4B8C-91B6-78F14CB2CB33}" type="presParOf" srcId="{491F90D4-AFF0-47B2-BA18-9DD0AB05D60B}" destId="{53136D9A-3A97-4FD9-8484-503C80F61405}" srcOrd="36" destOrd="0" presId="urn:microsoft.com/office/officeart/2008/layout/LinedList"/>
    <dgm:cxn modelId="{7CFF634A-51B1-498F-9477-4A86EBE78729}" type="presParOf" srcId="{491F90D4-AFF0-47B2-BA18-9DD0AB05D60B}" destId="{24A4DBAA-C917-4AA8-B877-090D5ADE7607}" srcOrd="37" destOrd="0" presId="urn:microsoft.com/office/officeart/2008/layout/LinedList"/>
    <dgm:cxn modelId="{AEF7084B-8308-4E84-83AD-F3EEB126C25A}" type="presParOf" srcId="{24A4DBAA-C917-4AA8-B877-090D5ADE7607}" destId="{E20CF7B5-4EF8-46A9-9A24-5F5764ED1843}" srcOrd="0" destOrd="0" presId="urn:microsoft.com/office/officeart/2008/layout/LinedList"/>
    <dgm:cxn modelId="{2C7811AC-0577-4952-9EDB-F5271895327C}" type="presParOf" srcId="{24A4DBAA-C917-4AA8-B877-090D5ADE7607}" destId="{24B45641-6F52-4734-A303-29992C05100F}" srcOrd="1" destOrd="0" presId="urn:microsoft.com/office/officeart/2008/layout/LinedList"/>
    <dgm:cxn modelId="{FE0F575F-7FE3-437A-9F32-9965A434526F}" type="presParOf" srcId="{24A4DBAA-C917-4AA8-B877-090D5ADE7607}" destId="{ECE226F5-0428-4E3F-8B5E-3F62D769E26B}" srcOrd="2" destOrd="0" presId="urn:microsoft.com/office/officeart/2008/layout/LinedList"/>
    <dgm:cxn modelId="{56FC920D-3DE2-4E06-B0F7-610E84415733}" type="presParOf" srcId="{491F90D4-AFF0-47B2-BA18-9DD0AB05D60B}" destId="{532E47B9-3FD7-4203-B08D-4AA0A1E40032}" srcOrd="38" destOrd="0" presId="urn:microsoft.com/office/officeart/2008/layout/LinedList"/>
    <dgm:cxn modelId="{EBC83F3C-11CA-45C4-A982-B32CCD8924F4}" type="presParOf" srcId="{491F90D4-AFF0-47B2-BA18-9DD0AB05D60B}" destId="{EE0A6EBE-D402-45AE-95E7-8E7CA33B6A72}" srcOrd="39" destOrd="0" presId="urn:microsoft.com/office/officeart/2008/layout/LinedList"/>
    <dgm:cxn modelId="{20CBDA89-7E45-476B-A7C1-D2DB0C0CF2DE}" type="presParOf" srcId="{491F90D4-AFF0-47B2-BA18-9DD0AB05D60B}" destId="{EF786FF9-A155-4018-BDFE-35D350161B9B}" srcOrd="40" destOrd="0" presId="urn:microsoft.com/office/officeart/2008/layout/LinedList"/>
    <dgm:cxn modelId="{D17DED8F-48DE-4E64-B63D-B0A6AAADBA20}" type="presParOf" srcId="{EF786FF9-A155-4018-BDFE-35D350161B9B}" destId="{B3264315-702D-45BA-8A5C-C2FE08E71454}" srcOrd="0" destOrd="0" presId="urn:microsoft.com/office/officeart/2008/layout/LinedList"/>
    <dgm:cxn modelId="{DF137CA8-39AE-4FC7-97E5-25AF7C774D08}" type="presParOf" srcId="{EF786FF9-A155-4018-BDFE-35D350161B9B}" destId="{F733003D-DA84-4084-9323-D735EC460BF5}" srcOrd="1" destOrd="0" presId="urn:microsoft.com/office/officeart/2008/layout/LinedList"/>
    <dgm:cxn modelId="{3F118A28-6346-4603-8113-0ABD655DB7F2}" type="presParOf" srcId="{EF786FF9-A155-4018-BDFE-35D350161B9B}" destId="{3DD9552D-CE96-4693-9FA8-275CBD962DBF}" srcOrd="2" destOrd="0" presId="urn:microsoft.com/office/officeart/2008/layout/LinedList"/>
    <dgm:cxn modelId="{11B10170-96EF-4E91-80AB-D86D824C0AB3}" type="presParOf" srcId="{491F90D4-AFF0-47B2-BA18-9DD0AB05D60B}" destId="{2F59D2D6-F2F7-46A5-B27B-9D507823CD7E}" srcOrd="41" destOrd="0" presId="urn:microsoft.com/office/officeart/2008/layout/LinedList"/>
    <dgm:cxn modelId="{C913F3B6-B51C-469C-89A2-DACE01E3EF60}" type="presParOf" srcId="{491F90D4-AFF0-47B2-BA18-9DD0AB05D60B}" destId="{CB8EEAE2-5F87-436A-8DC5-247AF883F58A}" srcOrd="4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283C57-82C1-4385-9954-8589386EFEFF}" type="doc">
      <dgm:prSet loTypeId="urn:microsoft.com/office/officeart/2005/8/layout/list1" loCatId="list" qsTypeId="urn:microsoft.com/office/officeart/2005/8/quickstyle/simple3" qsCatId="simple" csTypeId="urn:microsoft.com/office/officeart/2005/8/colors/colorful4" csCatId="colorful" phldr="1"/>
      <dgm:spPr/>
      <dgm:t>
        <a:bodyPr/>
        <a:lstStyle/>
        <a:p>
          <a:endParaRPr lang="en-IN"/>
        </a:p>
      </dgm:t>
    </dgm:pt>
    <dgm:pt modelId="{14E373DC-CCD7-4F35-879A-D95478E9321A}">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csv library</a:t>
          </a:r>
          <a:r>
            <a:rPr lang="en-IN" dirty="0">
              <a:latin typeface="Times New Roman" panose="02020603050405020304" pitchFamily="18" charset="0"/>
              <a:cs typeface="Times New Roman" panose="02020603050405020304" pitchFamily="18" charset="0"/>
            </a:rPr>
            <a:t> — writes each transaction as a clean, structured row so the data can be read by Excel or Python itself.</a:t>
          </a:r>
          <a:endParaRPr lang="en-IN" dirty="0"/>
        </a:p>
      </dgm:t>
    </dgm:pt>
    <dgm:pt modelId="{FD39D45C-600B-433D-89B6-7463ADFF87A2}" type="parTrans" cxnId="{1A4C82C4-4D68-4CE7-BF80-8E401C5F6F6D}">
      <dgm:prSet/>
      <dgm:spPr/>
      <dgm:t>
        <a:bodyPr/>
        <a:lstStyle/>
        <a:p>
          <a:endParaRPr lang="en-IN"/>
        </a:p>
      </dgm:t>
    </dgm:pt>
    <dgm:pt modelId="{FAEFE810-DC94-40E9-B851-A1F7E74F0614}" type="sibTrans" cxnId="{1A4C82C4-4D68-4CE7-BF80-8E401C5F6F6D}">
      <dgm:prSet/>
      <dgm:spPr/>
      <dgm:t>
        <a:bodyPr/>
        <a:lstStyle/>
        <a:p>
          <a:endParaRPr lang="en-IN"/>
        </a:p>
      </dgm:t>
    </dgm:pt>
    <dgm:pt modelId="{01F1D9CD-13A5-4893-A0DB-01A82C224F1E}">
      <dgm:prSet phldrT="[Text]"/>
      <dgm:spPr/>
      <dgm:t>
        <a:bodyPr/>
        <a:lstStyle/>
        <a:p>
          <a:pPr>
            <a:buFont typeface="+mj-lt"/>
            <a:buAutoNum type="arabicPeriod"/>
          </a:pPr>
          <a:r>
            <a:rPr lang="en-IN" b="1" dirty="0" err="1">
              <a:latin typeface="Times New Roman" panose="02020603050405020304" pitchFamily="18" charset="0"/>
              <a:cs typeface="Times New Roman" panose="02020603050405020304" pitchFamily="18" charset="0"/>
            </a:rPr>
            <a:t>os</a:t>
          </a:r>
          <a:r>
            <a:rPr lang="en-IN" b="1" dirty="0">
              <a:latin typeface="Times New Roman" panose="02020603050405020304" pitchFamily="18" charset="0"/>
              <a:cs typeface="Times New Roman" panose="02020603050405020304" pitchFamily="18" charset="0"/>
            </a:rPr>
            <a:t> library</a:t>
          </a:r>
          <a:r>
            <a:rPr lang="en-IN" dirty="0">
              <a:latin typeface="Times New Roman" panose="02020603050405020304" pitchFamily="18" charset="0"/>
              <a:cs typeface="Times New Roman" panose="02020603050405020304" pitchFamily="18" charset="0"/>
            </a:rPr>
            <a:t> — checks if expenses.csv already exists, so old data is never overwritten on restart.</a:t>
          </a:r>
          <a:endParaRPr lang="en-IN" dirty="0"/>
        </a:p>
      </dgm:t>
    </dgm:pt>
    <dgm:pt modelId="{E0C6AEE2-25AB-489D-B150-DA1CBB5935DB}" type="parTrans" cxnId="{89633F4B-EECB-4E8A-97FC-8A8FCCA4F947}">
      <dgm:prSet/>
      <dgm:spPr/>
      <dgm:t>
        <a:bodyPr/>
        <a:lstStyle/>
        <a:p>
          <a:endParaRPr lang="en-IN"/>
        </a:p>
      </dgm:t>
    </dgm:pt>
    <dgm:pt modelId="{9D64296B-7588-4979-84D5-F0DFBFB9F4C7}" type="sibTrans" cxnId="{89633F4B-EECB-4E8A-97FC-8A8FCCA4F947}">
      <dgm:prSet/>
      <dgm:spPr/>
      <dgm:t>
        <a:bodyPr/>
        <a:lstStyle/>
        <a:p>
          <a:endParaRPr lang="en-IN"/>
        </a:p>
      </dgm:t>
    </dgm:pt>
    <dgm:pt modelId="{5F45F07D-08F9-48DF-B55D-E1E2FBEF90F6}">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Functions</a:t>
          </a:r>
          <a:r>
            <a:rPr lang="en-IN" dirty="0">
              <a:latin typeface="Times New Roman" panose="02020603050405020304" pitchFamily="18" charset="0"/>
              <a:cs typeface="Times New Roman" panose="02020603050405020304" pitchFamily="18" charset="0"/>
            </a:rPr>
            <a:t> — the program is split into small tasks (</a:t>
          </a:r>
          <a:r>
            <a:rPr lang="en-IN" dirty="0" err="1">
              <a:latin typeface="Times New Roman" panose="02020603050405020304" pitchFamily="18" charset="0"/>
              <a:cs typeface="Times New Roman" panose="02020603050405020304" pitchFamily="18" charset="0"/>
            </a:rPr>
            <a:t>add_transaction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display_menu</a:t>
          </a:r>
          <a:r>
            <a:rPr lang="en-IN" dirty="0">
              <a:latin typeface="Times New Roman" panose="02020603050405020304" pitchFamily="18" charset="0"/>
              <a:cs typeface="Times New Roman" panose="02020603050405020304" pitchFamily="18" charset="0"/>
            </a:rPr>
            <a:t>(), etc.), each doing one job.</a:t>
          </a:r>
          <a:endParaRPr lang="en-IN" dirty="0"/>
        </a:p>
      </dgm:t>
    </dgm:pt>
    <dgm:pt modelId="{C700C566-A2D3-4355-8636-447E01286516}" type="parTrans" cxnId="{A19B2267-B6BC-41E1-81A8-CEB1D41D94C3}">
      <dgm:prSet/>
      <dgm:spPr/>
      <dgm:t>
        <a:bodyPr/>
        <a:lstStyle/>
        <a:p>
          <a:endParaRPr lang="en-IN"/>
        </a:p>
      </dgm:t>
    </dgm:pt>
    <dgm:pt modelId="{8D0490D7-F8A8-4F98-8CC8-BECAEF3AA51B}" type="sibTrans" cxnId="{A19B2267-B6BC-41E1-81A8-CEB1D41D94C3}">
      <dgm:prSet/>
      <dgm:spPr/>
      <dgm:t>
        <a:bodyPr/>
        <a:lstStyle/>
        <a:p>
          <a:endParaRPr lang="en-IN"/>
        </a:p>
      </dgm:t>
    </dgm:pt>
    <dgm:pt modelId="{F8DB55F7-F8EB-4698-B752-0EAF7B817F79}">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Functions</a:t>
          </a:r>
          <a:r>
            <a:rPr lang="en-IN" dirty="0">
              <a:latin typeface="Times New Roman" panose="02020603050405020304" pitchFamily="18" charset="0"/>
              <a:cs typeface="Times New Roman" panose="02020603050405020304" pitchFamily="18" charset="0"/>
            </a:rPr>
            <a:t> — the program is split into small tasks (</a:t>
          </a:r>
          <a:r>
            <a:rPr lang="en-IN" dirty="0" err="1">
              <a:latin typeface="Times New Roman" panose="02020603050405020304" pitchFamily="18" charset="0"/>
              <a:cs typeface="Times New Roman" panose="02020603050405020304" pitchFamily="18" charset="0"/>
            </a:rPr>
            <a:t>add_transaction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display_menu</a:t>
          </a:r>
          <a:r>
            <a:rPr lang="en-IN" dirty="0">
              <a:latin typeface="Times New Roman" panose="02020603050405020304" pitchFamily="18" charset="0"/>
              <a:cs typeface="Times New Roman" panose="02020603050405020304" pitchFamily="18" charset="0"/>
            </a:rPr>
            <a:t>(), etc.), each doing one job.</a:t>
          </a:r>
          <a:endParaRPr lang="en-IN" dirty="0"/>
        </a:p>
      </dgm:t>
    </dgm:pt>
    <dgm:pt modelId="{8901D5F4-A4F1-440F-887B-F2598E9E9F2D}" type="parTrans" cxnId="{65C5545D-A022-4E2B-AECD-A18187595E9B}">
      <dgm:prSet/>
      <dgm:spPr/>
      <dgm:t>
        <a:bodyPr/>
        <a:lstStyle/>
        <a:p>
          <a:endParaRPr lang="en-IN"/>
        </a:p>
      </dgm:t>
    </dgm:pt>
    <dgm:pt modelId="{785A7899-7021-41B8-85F1-A394C39538F0}" type="sibTrans" cxnId="{65C5545D-A022-4E2B-AECD-A18187595E9B}">
      <dgm:prSet/>
      <dgm:spPr/>
      <dgm:t>
        <a:bodyPr/>
        <a:lstStyle/>
        <a:p>
          <a:endParaRPr lang="en-IN"/>
        </a:p>
      </dgm:t>
    </dgm:pt>
    <dgm:pt modelId="{EBE930D0-E95F-42F6-9259-3FE878CA1B74}">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If-</a:t>
          </a:r>
          <a:r>
            <a:rPr lang="en-IN" b="1" dirty="0" err="1">
              <a:latin typeface="Times New Roman" panose="02020603050405020304" pitchFamily="18" charset="0"/>
              <a:cs typeface="Times New Roman" panose="02020603050405020304" pitchFamily="18" charset="0"/>
            </a:rPr>
            <a:t>elif</a:t>
          </a:r>
          <a:r>
            <a:rPr lang="en-IN" b="1" dirty="0">
              <a:latin typeface="Times New Roman" panose="02020603050405020304" pitchFamily="18" charset="0"/>
              <a:cs typeface="Times New Roman" panose="02020603050405020304" pitchFamily="18" charset="0"/>
            </a:rPr>
            <a:t>-else</a:t>
          </a:r>
          <a:r>
            <a:rPr lang="en-IN" dirty="0">
              <a:latin typeface="Times New Roman" panose="02020603050405020304" pitchFamily="18" charset="0"/>
              <a:cs typeface="Times New Roman" panose="02020603050405020304" pitchFamily="18" charset="0"/>
            </a:rPr>
            <a:t> — decides what to do based on the user's menu choice and checks the entry type is valid.</a:t>
          </a:r>
          <a:endParaRPr lang="en-IN" dirty="0"/>
        </a:p>
      </dgm:t>
    </dgm:pt>
    <dgm:pt modelId="{AD654021-EC8D-4475-AD7D-E8DA10AB3C27}" type="parTrans" cxnId="{BD2512AE-975F-4EF8-B962-73E8D585080D}">
      <dgm:prSet/>
      <dgm:spPr/>
      <dgm:t>
        <a:bodyPr/>
        <a:lstStyle/>
        <a:p>
          <a:endParaRPr lang="en-IN"/>
        </a:p>
      </dgm:t>
    </dgm:pt>
    <dgm:pt modelId="{6B4CD2D7-BC46-40A6-B947-B28C49495BA1}" type="sibTrans" cxnId="{BD2512AE-975F-4EF8-B962-73E8D585080D}">
      <dgm:prSet/>
      <dgm:spPr/>
      <dgm:t>
        <a:bodyPr/>
        <a:lstStyle/>
        <a:p>
          <a:endParaRPr lang="en-IN"/>
        </a:p>
      </dgm:t>
    </dgm:pt>
    <dgm:pt modelId="{5CF60149-E235-457D-8904-E4953178B5DD}">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Try-except</a:t>
          </a:r>
          <a:r>
            <a:rPr lang="en-IN" dirty="0">
              <a:latin typeface="Times New Roman" panose="02020603050405020304" pitchFamily="18" charset="0"/>
              <a:cs typeface="Times New Roman" panose="02020603050405020304" pitchFamily="18" charset="0"/>
            </a:rPr>
            <a:t> — catches invalid input (like typing text instead of a number) so the program doesn't crash.</a:t>
          </a:r>
          <a:endParaRPr lang="en-IN" dirty="0"/>
        </a:p>
      </dgm:t>
    </dgm:pt>
    <dgm:pt modelId="{265D3BFA-DD33-4242-A571-C992142E5A22}" type="parTrans" cxnId="{6801F165-744C-4F1A-AAC9-E7674D05CE9E}">
      <dgm:prSet/>
      <dgm:spPr/>
      <dgm:t>
        <a:bodyPr/>
        <a:lstStyle/>
        <a:p>
          <a:endParaRPr lang="en-IN"/>
        </a:p>
      </dgm:t>
    </dgm:pt>
    <dgm:pt modelId="{AD67D488-00BF-4211-AB50-9B11601C6DD9}" type="sibTrans" cxnId="{6801F165-744C-4F1A-AAC9-E7674D05CE9E}">
      <dgm:prSet/>
      <dgm:spPr/>
      <dgm:t>
        <a:bodyPr/>
        <a:lstStyle/>
        <a:p>
          <a:endParaRPr lang="en-IN"/>
        </a:p>
      </dgm:t>
    </dgm:pt>
    <dgm:pt modelId="{28084498-15A6-4145-9535-67CCBBF026BD}">
      <dgm:prSet phldrT="[Text]"/>
      <dgm:spPr/>
      <dgm:t>
        <a:bodyPr/>
        <a:lstStyle/>
        <a:p>
          <a:pPr>
            <a:buFont typeface="+mj-lt"/>
            <a:buAutoNum type="arabicPeriod"/>
          </a:pPr>
          <a:r>
            <a:rPr lang="en-IN" b="1" dirty="0">
              <a:latin typeface="Times New Roman" panose="02020603050405020304" pitchFamily="18" charset="0"/>
              <a:cs typeface="Times New Roman" panose="02020603050405020304" pitchFamily="18" charset="0"/>
            </a:rPr>
            <a:t>File handling (append mode)</a:t>
          </a:r>
          <a:r>
            <a:rPr lang="en-IN" dirty="0">
              <a:latin typeface="Times New Roman" panose="02020603050405020304" pitchFamily="18" charset="0"/>
              <a:cs typeface="Times New Roman" panose="02020603050405020304" pitchFamily="18" charset="0"/>
            </a:rPr>
            <a:t> — adds new transactions to the end of the file without deleting existing ones.</a:t>
          </a:r>
          <a:endParaRPr lang="en-IN" dirty="0"/>
        </a:p>
      </dgm:t>
    </dgm:pt>
    <dgm:pt modelId="{266A163D-930E-4B8C-84CE-676673EF19BC}" type="parTrans" cxnId="{D24BCC82-28CE-4DE7-88F4-C6B01785B1A9}">
      <dgm:prSet/>
      <dgm:spPr/>
      <dgm:t>
        <a:bodyPr/>
        <a:lstStyle/>
        <a:p>
          <a:endParaRPr lang="en-IN"/>
        </a:p>
      </dgm:t>
    </dgm:pt>
    <dgm:pt modelId="{96EE13DC-7519-4230-A944-ACB9217C6AC2}" type="sibTrans" cxnId="{D24BCC82-28CE-4DE7-88F4-C6B01785B1A9}">
      <dgm:prSet/>
      <dgm:spPr/>
      <dgm:t>
        <a:bodyPr/>
        <a:lstStyle/>
        <a:p>
          <a:endParaRPr lang="en-IN"/>
        </a:p>
      </dgm:t>
    </dgm:pt>
    <dgm:pt modelId="{0B9AFA3E-9CA1-4AF2-A378-8656098404B8}" type="pres">
      <dgm:prSet presAssocID="{B5283C57-82C1-4385-9954-8589386EFEFF}" presName="linear" presStyleCnt="0">
        <dgm:presLayoutVars>
          <dgm:dir/>
          <dgm:animLvl val="lvl"/>
          <dgm:resizeHandles val="exact"/>
        </dgm:presLayoutVars>
      </dgm:prSet>
      <dgm:spPr/>
    </dgm:pt>
    <dgm:pt modelId="{E1C05E55-24CA-40D5-A40D-CDC44913D079}" type="pres">
      <dgm:prSet presAssocID="{14E373DC-CCD7-4F35-879A-D95478E9321A}" presName="parentLin" presStyleCnt="0"/>
      <dgm:spPr/>
    </dgm:pt>
    <dgm:pt modelId="{298ED8FE-172F-466F-AE73-267EEA2B8734}" type="pres">
      <dgm:prSet presAssocID="{14E373DC-CCD7-4F35-879A-D95478E9321A}" presName="parentLeftMargin" presStyleLbl="node1" presStyleIdx="0" presStyleCnt="7"/>
      <dgm:spPr/>
    </dgm:pt>
    <dgm:pt modelId="{D47B28FC-54BA-4CC1-8159-749E78C54003}" type="pres">
      <dgm:prSet presAssocID="{14E373DC-CCD7-4F35-879A-D95478E9321A}" presName="parentText" presStyleLbl="node1" presStyleIdx="0" presStyleCnt="7">
        <dgm:presLayoutVars>
          <dgm:chMax val="0"/>
          <dgm:bulletEnabled val="1"/>
        </dgm:presLayoutVars>
      </dgm:prSet>
      <dgm:spPr/>
    </dgm:pt>
    <dgm:pt modelId="{57FA11F0-DB83-42BA-844B-8194EB25F177}" type="pres">
      <dgm:prSet presAssocID="{14E373DC-CCD7-4F35-879A-D95478E9321A}" presName="negativeSpace" presStyleCnt="0"/>
      <dgm:spPr/>
    </dgm:pt>
    <dgm:pt modelId="{74B184C8-6DED-4A40-AC64-77635DD30B6F}" type="pres">
      <dgm:prSet presAssocID="{14E373DC-CCD7-4F35-879A-D95478E9321A}" presName="childText" presStyleLbl="conFgAcc1" presStyleIdx="0" presStyleCnt="7">
        <dgm:presLayoutVars>
          <dgm:bulletEnabled val="1"/>
        </dgm:presLayoutVars>
      </dgm:prSet>
      <dgm:spPr/>
    </dgm:pt>
    <dgm:pt modelId="{D6B7B808-7839-4B3B-B762-17FA614A6BA1}" type="pres">
      <dgm:prSet presAssocID="{FAEFE810-DC94-40E9-B851-A1F7E74F0614}" presName="spaceBetweenRectangles" presStyleCnt="0"/>
      <dgm:spPr/>
    </dgm:pt>
    <dgm:pt modelId="{FD340D1D-A2FC-4020-B58E-488A329AF821}" type="pres">
      <dgm:prSet presAssocID="{01F1D9CD-13A5-4893-A0DB-01A82C224F1E}" presName="parentLin" presStyleCnt="0"/>
      <dgm:spPr/>
    </dgm:pt>
    <dgm:pt modelId="{C300794F-D80B-4845-8CB1-C06B06962ABB}" type="pres">
      <dgm:prSet presAssocID="{01F1D9CD-13A5-4893-A0DB-01A82C224F1E}" presName="parentLeftMargin" presStyleLbl="node1" presStyleIdx="0" presStyleCnt="7"/>
      <dgm:spPr/>
    </dgm:pt>
    <dgm:pt modelId="{7A4D6FF1-97A1-43E9-8DFA-E8A43A35F5CB}" type="pres">
      <dgm:prSet presAssocID="{01F1D9CD-13A5-4893-A0DB-01A82C224F1E}" presName="parentText" presStyleLbl="node1" presStyleIdx="1" presStyleCnt="7">
        <dgm:presLayoutVars>
          <dgm:chMax val="0"/>
          <dgm:bulletEnabled val="1"/>
        </dgm:presLayoutVars>
      </dgm:prSet>
      <dgm:spPr/>
    </dgm:pt>
    <dgm:pt modelId="{CE935793-7A69-4021-9FAF-EEAE7F698887}" type="pres">
      <dgm:prSet presAssocID="{01F1D9CD-13A5-4893-A0DB-01A82C224F1E}" presName="negativeSpace" presStyleCnt="0"/>
      <dgm:spPr/>
    </dgm:pt>
    <dgm:pt modelId="{F4A364E3-2093-4BFE-9078-C8807962FD8F}" type="pres">
      <dgm:prSet presAssocID="{01F1D9CD-13A5-4893-A0DB-01A82C224F1E}" presName="childText" presStyleLbl="conFgAcc1" presStyleIdx="1" presStyleCnt="7">
        <dgm:presLayoutVars>
          <dgm:bulletEnabled val="1"/>
        </dgm:presLayoutVars>
      </dgm:prSet>
      <dgm:spPr/>
    </dgm:pt>
    <dgm:pt modelId="{08D65B8A-0C2D-48B8-806C-27644E0F0CA5}" type="pres">
      <dgm:prSet presAssocID="{9D64296B-7588-4979-84D5-F0DFBFB9F4C7}" presName="spaceBetweenRectangles" presStyleCnt="0"/>
      <dgm:spPr/>
    </dgm:pt>
    <dgm:pt modelId="{FD230A38-7696-4992-954F-80323B3D99B8}" type="pres">
      <dgm:prSet presAssocID="{5F45F07D-08F9-48DF-B55D-E1E2FBEF90F6}" presName="parentLin" presStyleCnt="0"/>
      <dgm:spPr/>
    </dgm:pt>
    <dgm:pt modelId="{0D762125-7B94-4969-9746-22AF7E52887E}" type="pres">
      <dgm:prSet presAssocID="{5F45F07D-08F9-48DF-B55D-E1E2FBEF90F6}" presName="parentLeftMargin" presStyleLbl="node1" presStyleIdx="1" presStyleCnt="7"/>
      <dgm:spPr/>
    </dgm:pt>
    <dgm:pt modelId="{5A1580D1-1A91-49D3-B467-2506A840D7D3}" type="pres">
      <dgm:prSet presAssocID="{5F45F07D-08F9-48DF-B55D-E1E2FBEF90F6}" presName="parentText" presStyleLbl="node1" presStyleIdx="2" presStyleCnt="7">
        <dgm:presLayoutVars>
          <dgm:chMax val="0"/>
          <dgm:bulletEnabled val="1"/>
        </dgm:presLayoutVars>
      </dgm:prSet>
      <dgm:spPr/>
    </dgm:pt>
    <dgm:pt modelId="{3E0E8F62-F366-433B-9064-FA3EFE52F0B3}" type="pres">
      <dgm:prSet presAssocID="{5F45F07D-08F9-48DF-B55D-E1E2FBEF90F6}" presName="negativeSpace" presStyleCnt="0"/>
      <dgm:spPr/>
    </dgm:pt>
    <dgm:pt modelId="{92C78A84-3CBC-4CEA-9BB0-F1924D2E76DD}" type="pres">
      <dgm:prSet presAssocID="{5F45F07D-08F9-48DF-B55D-E1E2FBEF90F6}" presName="childText" presStyleLbl="conFgAcc1" presStyleIdx="2" presStyleCnt="7">
        <dgm:presLayoutVars>
          <dgm:bulletEnabled val="1"/>
        </dgm:presLayoutVars>
      </dgm:prSet>
      <dgm:spPr/>
    </dgm:pt>
    <dgm:pt modelId="{036BD8B4-D6DE-4F49-979C-789FE36CFE76}" type="pres">
      <dgm:prSet presAssocID="{8D0490D7-F8A8-4F98-8CC8-BECAEF3AA51B}" presName="spaceBetweenRectangles" presStyleCnt="0"/>
      <dgm:spPr/>
    </dgm:pt>
    <dgm:pt modelId="{1AA50B41-E3D2-42CC-8033-0C2FA16B708E}" type="pres">
      <dgm:prSet presAssocID="{F8DB55F7-F8EB-4698-B752-0EAF7B817F79}" presName="parentLin" presStyleCnt="0"/>
      <dgm:spPr/>
    </dgm:pt>
    <dgm:pt modelId="{ED85AC27-6589-48D7-96AC-D06D3331C18F}" type="pres">
      <dgm:prSet presAssocID="{F8DB55F7-F8EB-4698-B752-0EAF7B817F79}" presName="parentLeftMargin" presStyleLbl="node1" presStyleIdx="2" presStyleCnt="7"/>
      <dgm:spPr/>
    </dgm:pt>
    <dgm:pt modelId="{9AE25480-E4E5-43FB-9AC5-0DF6A401CA1F}" type="pres">
      <dgm:prSet presAssocID="{F8DB55F7-F8EB-4698-B752-0EAF7B817F79}" presName="parentText" presStyleLbl="node1" presStyleIdx="3" presStyleCnt="7">
        <dgm:presLayoutVars>
          <dgm:chMax val="0"/>
          <dgm:bulletEnabled val="1"/>
        </dgm:presLayoutVars>
      </dgm:prSet>
      <dgm:spPr/>
    </dgm:pt>
    <dgm:pt modelId="{3F6613B8-A709-42BF-B782-8C5380B02453}" type="pres">
      <dgm:prSet presAssocID="{F8DB55F7-F8EB-4698-B752-0EAF7B817F79}" presName="negativeSpace" presStyleCnt="0"/>
      <dgm:spPr/>
    </dgm:pt>
    <dgm:pt modelId="{41398038-045D-44AF-83AB-FB5925C80799}" type="pres">
      <dgm:prSet presAssocID="{F8DB55F7-F8EB-4698-B752-0EAF7B817F79}" presName="childText" presStyleLbl="conFgAcc1" presStyleIdx="3" presStyleCnt="7">
        <dgm:presLayoutVars>
          <dgm:bulletEnabled val="1"/>
        </dgm:presLayoutVars>
      </dgm:prSet>
      <dgm:spPr/>
    </dgm:pt>
    <dgm:pt modelId="{148FA871-2D22-4C65-84DE-0636F513A31F}" type="pres">
      <dgm:prSet presAssocID="{785A7899-7021-41B8-85F1-A394C39538F0}" presName="spaceBetweenRectangles" presStyleCnt="0"/>
      <dgm:spPr/>
    </dgm:pt>
    <dgm:pt modelId="{08C56DEC-8D9F-4A8A-BF74-B2DECBE987B2}" type="pres">
      <dgm:prSet presAssocID="{EBE930D0-E95F-42F6-9259-3FE878CA1B74}" presName="parentLin" presStyleCnt="0"/>
      <dgm:spPr/>
    </dgm:pt>
    <dgm:pt modelId="{F4833F69-7424-4323-8B57-439420C28772}" type="pres">
      <dgm:prSet presAssocID="{EBE930D0-E95F-42F6-9259-3FE878CA1B74}" presName="parentLeftMargin" presStyleLbl="node1" presStyleIdx="3" presStyleCnt="7"/>
      <dgm:spPr/>
    </dgm:pt>
    <dgm:pt modelId="{65A80F43-E256-4FC3-A4B4-7E891786BFF3}" type="pres">
      <dgm:prSet presAssocID="{EBE930D0-E95F-42F6-9259-3FE878CA1B74}" presName="parentText" presStyleLbl="node1" presStyleIdx="4" presStyleCnt="7">
        <dgm:presLayoutVars>
          <dgm:chMax val="0"/>
          <dgm:bulletEnabled val="1"/>
        </dgm:presLayoutVars>
      </dgm:prSet>
      <dgm:spPr/>
    </dgm:pt>
    <dgm:pt modelId="{079D24AD-388A-4D83-98AC-0AE19ECEC9EF}" type="pres">
      <dgm:prSet presAssocID="{EBE930D0-E95F-42F6-9259-3FE878CA1B74}" presName="negativeSpace" presStyleCnt="0"/>
      <dgm:spPr/>
    </dgm:pt>
    <dgm:pt modelId="{7114CCFB-CC37-41E8-A5FA-B01222A34277}" type="pres">
      <dgm:prSet presAssocID="{EBE930D0-E95F-42F6-9259-3FE878CA1B74}" presName="childText" presStyleLbl="conFgAcc1" presStyleIdx="4" presStyleCnt="7">
        <dgm:presLayoutVars>
          <dgm:bulletEnabled val="1"/>
        </dgm:presLayoutVars>
      </dgm:prSet>
      <dgm:spPr/>
    </dgm:pt>
    <dgm:pt modelId="{89A3ABEA-C2FD-4EE9-894A-A4689D6B74F7}" type="pres">
      <dgm:prSet presAssocID="{6B4CD2D7-BC46-40A6-B947-B28C49495BA1}" presName="spaceBetweenRectangles" presStyleCnt="0"/>
      <dgm:spPr/>
    </dgm:pt>
    <dgm:pt modelId="{8B8CF0EC-44F8-4D7D-BDD5-D4533BB13056}" type="pres">
      <dgm:prSet presAssocID="{5CF60149-E235-457D-8904-E4953178B5DD}" presName="parentLin" presStyleCnt="0"/>
      <dgm:spPr/>
    </dgm:pt>
    <dgm:pt modelId="{0B951515-DDF5-450C-B2E4-4DA3D74259E8}" type="pres">
      <dgm:prSet presAssocID="{5CF60149-E235-457D-8904-E4953178B5DD}" presName="parentLeftMargin" presStyleLbl="node1" presStyleIdx="4" presStyleCnt="7"/>
      <dgm:spPr/>
    </dgm:pt>
    <dgm:pt modelId="{48D9DA8B-57CE-438D-83AC-D9E5F6C6F397}" type="pres">
      <dgm:prSet presAssocID="{5CF60149-E235-457D-8904-E4953178B5DD}" presName="parentText" presStyleLbl="node1" presStyleIdx="5" presStyleCnt="7">
        <dgm:presLayoutVars>
          <dgm:chMax val="0"/>
          <dgm:bulletEnabled val="1"/>
        </dgm:presLayoutVars>
      </dgm:prSet>
      <dgm:spPr/>
    </dgm:pt>
    <dgm:pt modelId="{9619C6C9-B786-4517-AFA2-7DBA38D39519}" type="pres">
      <dgm:prSet presAssocID="{5CF60149-E235-457D-8904-E4953178B5DD}" presName="negativeSpace" presStyleCnt="0"/>
      <dgm:spPr/>
    </dgm:pt>
    <dgm:pt modelId="{F34E311C-B988-45B4-A8A1-FC822DF61A79}" type="pres">
      <dgm:prSet presAssocID="{5CF60149-E235-457D-8904-E4953178B5DD}" presName="childText" presStyleLbl="conFgAcc1" presStyleIdx="5" presStyleCnt="7">
        <dgm:presLayoutVars>
          <dgm:bulletEnabled val="1"/>
        </dgm:presLayoutVars>
      </dgm:prSet>
      <dgm:spPr/>
    </dgm:pt>
    <dgm:pt modelId="{AA2A5B17-8E9B-4DC0-882D-5552A2AB63C3}" type="pres">
      <dgm:prSet presAssocID="{AD67D488-00BF-4211-AB50-9B11601C6DD9}" presName="spaceBetweenRectangles" presStyleCnt="0"/>
      <dgm:spPr/>
    </dgm:pt>
    <dgm:pt modelId="{9425D33C-8162-4906-BA54-F356CFD043A5}" type="pres">
      <dgm:prSet presAssocID="{28084498-15A6-4145-9535-67CCBBF026BD}" presName="parentLin" presStyleCnt="0"/>
      <dgm:spPr/>
    </dgm:pt>
    <dgm:pt modelId="{5669BE7A-E30C-4A59-B8A4-CFE08C4EC971}" type="pres">
      <dgm:prSet presAssocID="{28084498-15A6-4145-9535-67CCBBF026BD}" presName="parentLeftMargin" presStyleLbl="node1" presStyleIdx="5" presStyleCnt="7"/>
      <dgm:spPr/>
    </dgm:pt>
    <dgm:pt modelId="{61FF3B26-D87C-4A86-8D04-49A42BE505F0}" type="pres">
      <dgm:prSet presAssocID="{28084498-15A6-4145-9535-67CCBBF026BD}" presName="parentText" presStyleLbl="node1" presStyleIdx="6" presStyleCnt="7">
        <dgm:presLayoutVars>
          <dgm:chMax val="0"/>
          <dgm:bulletEnabled val="1"/>
        </dgm:presLayoutVars>
      </dgm:prSet>
      <dgm:spPr/>
    </dgm:pt>
    <dgm:pt modelId="{A328FA66-5DE1-4ACB-898C-B2ED6BA2ED22}" type="pres">
      <dgm:prSet presAssocID="{28084498-15A6-4145-9535-67CCBBF026BD}" presName="negativeSpace" presStyleCnt="0"/>
      <dgm:spPr/>
    </dgm:pt>
    <dgm:pt modelId="{6107263D-7EF1-46BA-A90A-D8212C0C4CCA}" type="pres">
      <dgm:prSet presAssocID="{28084498-15A6-4145-9535-67CCBBF026BD}" presName="childText" presStyleLbl="conFgAcc1" presStyleIdx="6" presStyleCnt="7">
        <dgm:presLayoutVars>
          <dgm:bulletEnabled val="1"/>
        </dgm:presLayoutVars>
      </dgm:prSet>
      <dgm:spPr/>
    </dgm:pt>
  </dgm:ptLst>
  <dgm:cxnLst>
    <dgm:cxn modelId="{DBF5FF0E-9B38-4342-A8CE-518C7F153B6B}" type="presOf" srcId="{28084498-15A6-4145-9535-67CCBBF026BD}" destId="{61FF3B26-D87C-4A86-8D04-49A42BE505F0}" srcOrd="1" destOrd="0" presId="urn:microsoft.com/office/officeart/2005/8/layout/list1"/>
    <dgm:cxn modelId="{09B9D21F-9163-4781-A701-4B889C651C53}" type="presOf" srcId="{5F45F07D-08F9-48DF-B55D-E1E2FBEF90F6}" destId="{5A1580D1-1A91-49D3-B467-2506A840D7D3}" srcOrd="1" destOrd="0" presId="urn:microsoft.com/office/officeart/2005/8/layout/list1"/>
    <dgm:cxn modelId="{00DF2720-8AF8-48E2-AB20-E5AB922B23AD}" type="presOf" srcId="{5CF60149-E235-457D-8904-E4953178B5DD}" destId="{0B951515-DDF5-450C-B2E4-4DA3D74259E8}" srcOrd="0" destOrd="0" presId="urn:microsoft.com/office/officeart/2005/8/layout/list1"/>
    <dgm:cxn modelId="{52EAED2F-7819-414E-8E72-24C75215551D}" type="presOf" srcId="{14E373DC-CCD7-4F35-879A-D95478E9321A}" destId="{298ED8FE-172F-466F-AE73-267EEA2B8734}" srcOrd="0" destOrd="0" presId="urn:microsoft.com/office/officeart/2005/8/layout/list1"/>
    <dgm:cxn modelId="{65C5545D-A022-4E2B-AECD-A18187595E9B}" srcId="{B5283C57-82C1-4385-9954-8589386EFEFF}" destId="{F8DB55F7-F8EB-4698-B752-0EAF7B817F79}" srcOrd="3" destOrd="0" parTransId="{8901D5F4-A4F1-440F-887B-F2598E9E9F2D}" sibTransId="{785A7899-7021-41B8-85F1-A394C39538F0}"/>
    <dgm:cxn modelId="{C1BC2242-4F10-4026-8085-85FFA513EDE7}" type="presOf" srcId="{5F45F07D-08F9-48DF-B55D-E1E2FBEF90F6}" destId="{0D762125-7B94-4969-9746-22AF7E52887E}" srcOrd="0" destOrd="0" presId="urn:microsoft.com/office/officeart/2005/8/layout/list1"/>
    <dgm:cxn modelId="{6801F165-744C-4F1A-AAC9-E7674D05CE9E}" srcId="{B5283C57-82C1-4385-9954-8589386EFEFF}" destId="{5CF60149-E235-457D-8904-E4953178B5DD}" srcOrd="5" destOrd="0" parTransId="{265D3BFA-DD33-4242-A571-C992142E5A22}" sibTransId="{AD67D488-00BF-4211-AB50-9B11601C6DD9}"/>
    <dgm:cxn modelId="{A19B2267-B6BC-41E1-81A8-CEB1D41D94C3}" srcId="{B5283C57-82C1-4385-9954-8589386EFEFF}" destId="{5F45F07D-08F9-48DF-B55D-E1E2FBEF90F6}" srcOrd="2" destOrd="0" parTransId="{C700C566-A2D3-4355-8636-447E01286516}" sibTransId="{8D0490D7-F8A8-4F98-8CC8-BECAEF3AA51B}"/>
    <dgm:cxn modelId="{89633F4B-EECB-4E8A-97FC-8A8FCCA4F947}" srcId="{B5283C57-82C1-4385-9954-8589386EFEFF}" destId="{01F1D9CD-13A5-4893-A0DB-01A82C224F1E}" srcOrd="1" destOrd="0" parTransId="{E0C6AEE2-25AB-489D-B150-DA1CBB5935DB}" sibTransId="{9D64296B-7588-4979-84D5-F0DFBFB9F4C7}"/>
    <dgm:cxn modelId="{BDB3704C-54DA-47F9-8128-68ABD9ECD5FF}" type="presOf" srcId="{5CF60149-E235-457D-8904-E4953178B5DD}" destId="{48D9DA8B-57CE-438D-83AC-D9E5F6C6F397}" srcOrd="1" destOrd="0" presId="urn:microsoft.com/office/officeart/2005/8/layout/list1"/>
    <dgm:cxn modelId="{A077C44F-2B30-4AF5-893F-02D2DAEA8ECB}" type="presOf" srcId="{28084498-15A6-4145-9535-67CCBBF026BD}" destId="{5669BE7A-E30C-4A59-B8A4-CFE08C4EC971}" srcOrd="0" destOrd="0" presId="urn:microsoft.com/office/officeart/2005/8/layout/list1"/>
    <dgm:cxn modelId="{1E5DEB77-58FE-4265-963E-39F3833F2C83}" type="presOf" srcId="{EBE930D0-E95F-42F6-9259-3FE878CA1B74}" destId="{F4833F69-7424-4323-8B57-439420C28772}" srcOrd="0" destOrd="0" presId="urn:microsoft.com/office/officeart/2005/8/layout/list1"/>
    <dgm:cxn modelId="{8B761A59-D89E-4B23-8F13-546C6C90757C}" type="presOf" srcId="{EBE930D0-E95F-42F6-9259-3FE878CA1B74}" destId="{65A80F43-E256-4FC3-A4B4-7E891786BFF3}" srcOrd="1" destOrd="0" presId="urn:microsoft.com/office/officeart/2005/8/layout/list1"/>
    <dgm:cxn modelId="{74211F7C-D754-4BBD-8904-6B1079A0F971}" type="presOf" srcId="{F8DB55F7-F8EB-4698-B752-0EAF7B817F79}" destId="{9AE25480-E4E5-43FB-9AC5-0DF6A401CA1F}" srcOrd="1" destOrd="0" presId="urn:microsoft.com/office/officeart/2005/8/layout/list1"/>
    <dgm:cxn modelId="{D24BCC82-28CE-4DE7-88F4-C6B01785B1A9}" srcId="{B5283C57-82C1-4385-9954-8589386EFEFF}" destId="{28084498-15A6-4145-9535-67CCBBF026BD}" srcOrd="6" destOrd="0" parTransId="{266A163D-930E-4B8C-84CE-676673EF19BC}" sibTransId="{96EE13DC-7519-4230-A944-ACB9217C6AC2}"/>
    <dgm:cxn modelId="{09786389-D3FD-4592-85A3-B4C04C140E2D}" type="presOf" srcId="{F8DB55F7-F8EB-4698-B752-0EAF7B817F79}" destId="{ED85AC27-6589-48D7-96AC-D06D3331C18F}" srcOrd="0" destOrd="0" presId="urn:microsoft.com/office/officeart/2005/8/layout/list1"/>
    <dgm:cxn modelId="{BD2512AE-975F-4EF8-B962-73E8D585080D}" srcId="{B5283C57-82C1-4385-9954-8589386EFEFF}" destId="{EBE930D0-E95F-42F6-9259-3FE878CA1B74}" srcOrd="4" destOrd="0" parTransId="{AD654021-EC8D-4475-AD7D-E8DA10AB3C27}" sibTransId="{6B4CD2D7-BC46-40A6-B947-B28C49495BA1}"/>
    <dgm:cxn modelId="{215897C0-C35F-4E87-AA9C-F6D40D914239}" type="presOf" srcId="{B5283C57-82C1-4385-9954-8589386EFEFF}" destId="{0B9AFA3E-9CA1-4AF2-A378-8656098404B8}" srcOrd="0" destOrd="0" presId="urn:microsoft.com/office/officeart/2005/8/layout/list1"/>
    <dgm:cxn modelId="{1A4C82C4-4D68-4CE7-BF80-8E401C5F6F6D}" srcId="{B5283C57-82C1-4385-9954-8589386EFEFF}" destId="{14E373DC-CCD7-4F35-879A-D95478E9321A}" srcOrd="0" destOrd="0" parTransId="{FD39D45C-600B-433D-89B6-7463ADFF87A2}" sibTransId="{FAEFE810-DC94-40E9-B851-A1F7E74F0614}"/>
    <dgm:cxn modelId="{4B3B2DEA-F25B-4ED3-8165-47FC568D1AA4}" type="presOf" srcId="{01F1D9CD-13A5-4893-A0DB-01A82C224F1E}" destId="{7A4D6FF1-97A1-43E9-8DFA-E8A43A35F5CB}" srcOrd="1" destOrd="0" presId="urn:microsoft.com/office/officeart/2005/8/layout/list1"/>
    <dgm:cxn modelId="{E71011F5-15C7-4330-B774-692925DB5287}" type="presOf" srcId="{14E373DC-CCD7-4F35-879A-D95478E9321A}" destId="{D47B28FC-54BA-4CC1-8159-749E78C54003}" srcOrd="1" destOrd="0" presId="urn:microsoft.com/office/officeart/2005/8/layout/list1"/>
    <dgm:cxn modelId="{E0C1BAF5-4FA6-4359-A06D-E480BAA775CE}" type="presOf" srcId="{01F1D9CD-13A5-4893-A0DB-01A82C224F1E}" destId="{C300794F-D80B-4845-8CB1-C06B06962ABB}" srcOrd="0" destOrd="0" presId="urn:microsoft.com/office/officeart/2005/8/layout/list1"/>
    <dgm:cxn modelId="{909DD770-AA83-4F9D-97C5-CC8290FB4912}" type="presParOf" srcId="{0B9AFA3E-9CA1-4AF2-A378-8656098404B8}" destId="{E1C05E55-24CA-40D5-A40D-CDC44913D079}" srcOrd="0" destOrd="0" presId="urn:microsoft.com/office/officeart/2005/8/layout/list1"/>
    <dgm:cxn modelId="{E8DC5EB9-9C78-41FE-A59F-A21E4ED7261D}" type="presParOf" srcId="{E1C05E55-24CA-40D5-A40D-CDC44913D079}" destId="{298ED8FE-172F-466F-AE73-267EEA2B8734}" srcOrd="0" destOrd="0" presId="urn:microsoft.com/office/officeart/2005/8/layout/list1"/>
    <dgm:cxn modelId="{D68999EE-1B4C-4AD1-9903-7E5182B19E4B}" type="presParOf" srcId="{E1C05E55-24CA-40D5-A40D-CDC44913D079}" destId="{D47B28FC-54BA-4CC1-8159-749E78C54003}" srcOrd="1" destOrd="0" presId="urn:microsoft.com/office/officeart/2005/8/layout/list1"/>
    <dgm:cxn modelId="{D63333E5-B491-4471-8924-49D2F5528E75}" type="presParOf" srcId="{0B9AFA3E-9CA1-4AF2-A378-8656098404B8}" destId="{57FA11F0-DB83-42BA-844B-8194EB25F177}" srcOrd="1" destOrd="0" presId="urn:microsoft.com/office/officeart/2005/8/layout/list1"/>
    <dgm:cxn modelId="{65A181E6-027C-4238-9221-1B3F7882026E}" type="presParOf" srcId="{0B9AFA3E-9CA1-4AF2-A378-8656098404B8}" destId="{74B184C8-6DED-4A40-AC64-77635DD30B6F}" srcOrd="2" destOrd="0" presId="urn:microsoft.com/office/officeart/2005/8/layout/list1"/>
    <dgm:cxn modelId="{30F727A3-13F9-44BC-9C4A-B7F55C784C60}" type="presParOf" srcId="{0B9AFA3E-9CA1-4AF2-A378-8656098404B8}" destId="{D6B7B808-7839-4B3B-B762-17FA614A6BA1}" srcOrd="3" destOrd="0" presId="urn:microsoft.com/office/officeart/2005/8/layout/list1"/>
    <dgm:cxn modelId="{7A76987D-EEDD-4AA5-88B1-D90111C14AAF}" type="presParOf" srcId="{0B9AFA3E-9CA1-4AF2-A378-8656098404B8}" destId="{FD340D1D-A2FC-4020-B58E-488A329AF821}" srcOrd="4" destOrd="0" presId="urn:microsoft.com/office/officeart/2005/8/layout/list1"/>
    <dgm:cxn modelId="{ECAD1A25-B07B-4098-A7EF-0EFA8FA2E6AC}" type="presParOf" srcId="{FD340D1D-A2FC-4020-B58E-488A329AF821}" destId="{C300794F-D80B-4845-8CB1-C06B06962ABB}" srcOrd="0" destOrd="0" presId="urn:microsoft.com/office/officeart/2005/8/layout/list1"/>
    <dgm:cxn modelId="{D7074E43-F5D3-4CCD-8A94-14752905030F}" type="presParOf" srcId="{FD340D1D-A2FC-4020-B58E-488A329AF821}" destId="{7A4D6FF1-97A1-43E9-8DFA-E8A43A35F5CB}" srcOrd="1" destOrd="0" presId="urn:microsoft.com/office/officeart/2005/8/layout/list1"/>
    <dgm:cxn modelId="{1A73445E-9441-4ED2-BDD0-47B942C0D3B9}" type="presParOf" srcId="{0B9AFA3E-9CA1-4AF2-A378-8656098404B8}" destId="{CE935793-7A69-4021-9FAF-EEAE7F698887}" srcOrd="5" destOrd="0" presId="urn:microsoft.com/office/officeart/2005/8/layout/list1"/>
    <dgm:cxn modelId="{74DCBA17-1565-4647-9DFD-A49AC12ABA66}" type="presParOf" srcId="{0B9AFA3E-9CA1-4AF2-A378-8656098404B8}" destId="{F4A364E3-2093-4BFE-9078-C8807962FD8F}" srcOrd="6" destOrd="0" presId="urn:microsoft.com/office/officeart/2005/8/layout/list1"/>
    <dgm:cxn modelId="{CF20D041-B65E-4583-82DF-E067C392F7D0}" type="presParOf" srcId="{0B9AFA3E-9CA1-4AF2-A378-8656098404B8}" destId="{08D65B8A-0C2D-48B8-806C-27644E0F0CA5}" srcOrd="7" destOrd="0" presId="urn:microsoft.com/office/officeart/2005/8/layout/list1"/>
    <dgm:cxn modelId="{9DB0E405-0450-44A9-8EF3-BE7B2B451CEE}" type="presParOf" srcId="{0B9AFA3E-9CA1-4AF2-A378-8656098404B8}" destId="{FD230A38-7696-4992-954F-80323B3D99B8}" srcOrd="8" destOrd="0" presId="urn:microsoft.com/office/officeart/2005/8/layout/list1"/>
    <dgm:cxn modelId="{1BA7D7A2-2E78-422D-B04B-B199792DD562}" type="presParOf" srcId="{FD230A38-7696-4992-954F-80323B3D99B8}" destId="{0D762125-7B94-4969-9746-22AF7E52887E}" srcOrd="0" destOrd="0" presId="urn:microsoft.com/office/officeart/2005/8/layout/list1"/>
    <dgm:cxn modelId="{1A92064A-868A-4224-8955-D099B11BDF4C}" type="presParOf" srcId="{FD230A38-7696-4992-954F-80323B3D99B8}" destId="{5A1580D1-1A91-49D3-B467-2506A840D7D3}" srcOrd="1" destOrd="0" presId="urn:microsoft.com/office/officeart/2005/8/layout/list1"/>
    <dgm:cxn modelId="{B8BA2873-4E15-44FB-95D9-96890E8358E1}" type="presParOf" srcId="{0B9AFA3E-9CA1-4AF2-A378-8656098404B8}" destId="{3E0E8F62-F366-433B-9064-FA3EFE52F0B3}" srcOrd="9" destOrd="0" presId="urn:microsoft.com/office/officeart/2005/8/layout/list1"/>
    <dgm:cxn modelId="{663D9EC5-023B-4981-8B4F-2184A1E9A931}" type="presParOf" srcId="{0B9AFA3E-9CA1-4AF2-A378-8656098404B8}" destId="{92C78A84-3CBC-4CEA-9BB0-F1924D2E76DD}" srcOrd="10" destOrd="0" presId="urn:microsoft.com/office/officeart/2005/8/layout/list1"/>
    <dgm:cxn modelId="{63F45A81-6079-4824-9760-AA50B898FE99}" type="presParOf" srcId="{0B9AFA3E-9CA1-4AF2-A378-8656098404B8}" destId="{036BD8B4-D6DE-4F49-979C-789FE36CFE76}" srcOrd="11" destOrd="0" presId="urn:microsoft.com/office/officeart/2005/8/layout/list1"/>
    <dgm:cxn modelId="{7B4E4848-C85C-4A54-9AB4-A666C96D6541}" type="presParOf" srcId="{0B9AFA3E-9CA1-4AF2-A378-8656098404B8}" destId="{1AA50B41-E3D2-42CC-8033-0C2FA16B708E}" srcOrd="12" destOrd="0" presId="urn:microsoft.com/office/officeart/2005/8/layout/list1"/>
    <dgm:cxn modelId="{72950462-3097-41EF-A858-21FB165F033C}" type="presParOf" srcId="{1AA50B41-E3D2-42CC-8033-0C2FA16B708E}" destId="{ED85AC27-6589-48D7-96AC-D06D3331C18F}" srcOrd="0" destOrd="0" presId="urn:microsoft.com/office/officeart/2005/8/layout/list1"/>
    <dgm:cxn modelId="{0382FDF7-D19C-42EF-B393-5F72AB1F0F19}" type="presParOf" srcId="{1AA50B41-E3D2-42CC-8033-0C2FA16B708E}" destId="{9AE25480-E4E5-43FB-9AC5-0DF6A401CA1F}" srcOrd="1" destOrd="0" presId="urn:microsoft.com/office/officeart/2005/8/layout/list1"/>
    <dgm:cxn modelId="{7A2A1A15-6E04-4DC4-835C-0D942094C862}" type="presParOf" srcId="{0B9AFA3E-9CA1-4AF2-A378-8656098404B8}" destId="{3F6613B8-A709-42BF-B782-8C5380B02453}" srcOrd="13" destOrd="0" presId="urn:microsoft.com/office/officeart/2005/8/layout/list1"/>
    <dgm:cxn modelId="{2772FBFC-9304-4E73-AF12-AB8D2BCF5A09}" type="presParOf" srcId="{0B9AFA3E-9CA1-4AF2-A378-8656098404B8}" destId="{41398038-045D-44AF-83AB-FB5925C80799}" srcOrd="14" destOrd="0" presId="urn:microsoft.com/office/officeart/2005/8/layout/list1"/>
    <dgm:cxn modelId="{77368C3F-D305-481B-9817-E7C1808A0017}" type="presParOf" srcId="{0B9AFA3E-9CA1-4AF2-A378-8656098404B8}" destId="{148FA871-2D22-4C65-84DE-0636F513A31F}" srcOrd="15" destOrd="0" presId="urn:microsoft.com/office/officeart/2005/8/layout/list1"/>
    <dgm:cxn modelId="{95AFC764-15A8-48B9-9B75-F775CF74FB19}" type="presParOf" srcId="{0B9AFA3E-9CA1-4AF2-A378-8656098404B8}" destId="{08C56DEC-8D9F-4A8A-BF74-B2DECBE987B2}" srcOrd="16" destOrd="0" presId="urn:microsoft.com/office/officeart/2005/8/layout/list1"/>
    <dgm:cxn modelId="{FA63F517-1434-40C5-8E28-B5A5E0ABAF38}" type="presParOf" srcId="{08C56DEC-8D9F-4A8A-BF74-B2DECBE987B2}" destId="{F4833F69-7424-4323-8B57-439420C28772}" srcOrd="0" destOrd="0" presId="urn:microsoft.com/office/officeart/2005/8/layout/list1"/>
    <dgm:cxn modelId="{5329C97A-DE94-44B3-8A78-8D11E8CBD897}" type="presParOf" srcId="{08C56DEC-8D9F-4A8A-BF74-B2DECBE987B2}" destId="{65A80F43-E256-4FC3-A4B4-7E891786BFF3}" srcOrd="1" destOrd="0" presId="urn:microsoft.com/office/officeart/2005/8/layout/list1"/>
    <dgm:cxn modelId="{C29955B2-62BC-47BA-8B0D-97FA3CA29354}" type="presParOf" srcId="{0B9AFA3E-9CA1-4AF2-A378-8656098404B8}" destId="{079D24AD-388A-4D83-98AC-0AE19ECEC9EF}" srcOrd="17" destOrd="0" presId="urn:microsoft.com/office/officeart/2005/8/layout/list1"/>
    <dgm:cxn modelId="{0CA08EBD-FC7B-42EB-AE53-2384E1818D2C}" type="presParOf" srcId="{0B9AFA3E-9CA1-4AF2-A378-8656098404B8}" destId="{7114CCFB-CC37-41E8-A5FA-B01222A34277}" srcOrd="18" destOrd="0" presId="urn:microsoft.com/office/officeart/2005/8/layout/list1"/>
    <dgm:cxn modelId="{9B56826A-1A9B-4B8A-B586-A7805EA8BE99}" type="presParOf" srcId="{0B9AFA3E-9CA1-4AF2-A378-8656098404B8}" destId="{89A3ABEA-C2FD-4EE9-894A-A4689D6B74F7}" srcOrd="19" destOrd="0" presId="urn:microsoft.com/office/officeart/2005/8/layout/list1"/>
    <dgm:cxn modelId="{47454177-BAA0-4FF0-923A-6FF650A9D795}" type="presParOf" srcId="{0B9AFA3E-9CA1-4AF2-A378-8656098404B8}" destId="{8B8CF0EC-44F8-4D7D-BDD5-D4533BB13056}" srcOrd="20" destOrd="0" presId="urn:microsoft.com/office/officeart/2005/8/layout/list1"/>
    <dgm:cxn modelId="{F979AA1A-4806-4614-8424-1DB5D0C4B0F0}" type="presParOf" srcId="{8B8CF0EC-44F8-4D7D-BDD5-D4533BB13056}" destId="{0B951515-DDF5-450C-B2E4-4DA3D74259E8}" srcOrd="0" destOrd="0" presId="urn:microsoft.com/office/officeart/2005/8/layout/list1"/>
    <dgm:cxn modelId="{51689312-D855-4E64-9A67-80CDD3A089F8}" type="presParOf" srcId="{8B8CF0EC-44F8-4D7D-BDD5-D4533BB13056}" destId="{48D9DA8B-57CE-438D-83AC-D9E5F6C6F397}" srcOrd="1" destOrd="0" presId="urn:microsoft.com/office/officeart/2005/8/layout/list1"/>
    <dgm:cxn modelId="{99B2A96E-E3D0-4CE2-B2F2-C3F19B52652C}" type="presParOf" srcId="{0B9AFA3E-9CA1-4AF2-A378-8656098404B8}" destId="{9619C6C9-B786-4517-AFA2-7DBA38D39519}" srcOrd="21" destOrd="0" presId="urn:microsoft.com/office/officeart/2005/8/layout/list1"/>
    <dgm:cxn modelId="{D4EFD534-8A12-4289-B120-269F180F32E1}" type="presParOf" srcId="{0B9AFA3E-9CA1-4AF2-A378-8656098404B8}" destId="{F34E311C-B988-45B4-A8A1-FC822DF61A79}" srcOrd="22" destOrd="0" presId="urn:microsoft.com/office/officeart/2005/8/layout/list1"/>
    <dgm:cxn modelId="{05B8D63E-E500-4ED3-B245-5834644F1429}" type="presParOf" srcId="{0B9AFA3E-9CA1-4AF2-A378-8656098404B8}" destId="{AA2A5B17-8E9B-4DC0-882D-5552A2AB63C3}" srcOrd="23" destOrd="0" presId="urn:microsoft.com/office/officeart/2005/8/layout/list1"/>
    <dgm:cxn modelId="{E0DD1817-7EEC-4D54-93DF-C53C0DDE0DFE}" type="presParOf" srcId="{0B9AFA3E-9CA1-4AF2-A378-8656098404B8}" destId="{9425D33C-8162-4906-BA54-F356CFD043A5}" srcOrd="24" destOrd="0" presId="urn:microsoft.com/office/officeart/2005/8/layout/list1"/>
    <dgm:cxn modelId="{6F253E7A-C918-4340-988A-EABDD68F6F85}" type="presParOf" srcId="{9425D33C-8162-4906-BA54-F356CFD043A5}" destId="{5669BE7A-E30C-4A59-B8A4-CFE08C4EC971}" srcOrd="0" destOrd="0" presId="urn:microsoft.com/office/officeart/2005/8/layout/list1"/>
    <dgm:cxn modelId="{11DF5349-C75C-4655-9DB8-769D8430B7DF}" type="presParOf" srcId="{9425D33C-8162-4906-BA54-F356CFD043A5}" destId="{61FF3B26-D87C-4A86-8D04-49A42BE505F0}" srcOrd="1" destOrd="0" presId="urn:microsoft.com/office/officeart/2005/8/layout/list1"/>
    <dgm:cxn modelId="{3776E8AC-79A0-4E36-B9BF-1A7C66BBF732}" type="presParOf" srcId="{0B9AFA3E-9CA1-4AF2-A378-8656098404B8}" destId="{A328FA66-5DE1-4ACB-898C-B2ED6BA2ED22}" srcOrd="25" destOrd="0" presId="urn:microsoft.com/office/officeart/2005/8/layout/list1"/>
    <dgm:cxn modelId="{3C3F3B7D-594F-4B36-9BED-FCBFD5FBBB61}" type="presParOf" srcId="{0B9AFA3E-9CA1-4AF2-A378-8656098404B8}" destId="{6107263D-7EF1-46BA-A90A-D8212C0C4CCA}"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EA6F00-DC37-484E-AD6E-EC54FCCF9BCC}" type="doc">
      <dgm:prSet loTypeId="urn:microsoft.com/office/officeart/2005/8/layout/vList3" loCatId="list" qsTypeId="urn:microsoft.com/office/officeart/2005/8/quickstyle/simple1" qsCatId="simple" csTypeId="urn:microsoft.com/office/officeart/2005/8/colors/colorful4" csCatId="colorful" phldr="1"/>
      <dgm:spPr/>
      <dgm:t>
        <a:bodyPr/>
        <a:lstStyle/>
        <a:p>
          <a:endParaRPr lang="en-IN"/>
        </a:p>
      </dgm:t>
    </dgm:pt>
    <dgm:pt modelId="{F76AF661-6D99-4289-82D8-4974D75BF572}">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Account &amp; repository</a:t>
          </a:r>
          <a:r>
            <a:rPr lang="en-IN" sz="1400" dirty="0">
              <a:latin typeface="Times New Roman" panose="02020603050405020304" pitchFamily="18" charset="0"/>
              <a:cs typeface="Times New Roman" panose="02020603050405020304" pitchFamily="18" charset="0"/>
            </a:rPr>
            <a:t> — created a personal GitHub account and a repository, personal-expense-tracker, “Python lab”.</a:t>
          </a:r>
          <a:endParaRPr lang="en-IN" sz="1400" dirty="0"/>
        </a:p>
      </dgm:t>
    </dgm:pt>
    <dgm:pt modelId="{221D304E-763B-4054-8DE6-D0821DCBCA8F}" type="parTrans" cxnId="{41AB41C8-B6F9-4405-B8BB-A0B48CC5AD4B}">
      <dgm:prSet/>
      <dgm:spPr/>
      <dgm:t>
        <a:bodyPr/>
        <a:lstStyle/>
        <a:p>
          <a:endParaRPr lang="en-IN" sz="2000"/>
        </a:p>
      </dgm:t>
    </dgm:pt>
    <dgm:pt modelId="{A318BCDF-54FC-491A-AC98-4C1A4CC394AC}" type="sibTrans" cxnId="{41AB41C8-B6F9-4405-B8BB-A0B48CC5AD4B}">
      <dgm:prSet/>
      <dgm:spPr/>
      <dgm:t>
        <a:bodyPr/>
        <a:lstStyle/>
        <a:p>
          <a:endParaRPr lang="en-IN" sz="2000"/>
        </a:p>
      </dgm:t>
    </dgm:pt>
    <dgm:pt modelId="{1AB51E1D-3091-433B-A083-AD228DD4C80D}">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Initial setup</a:t>
          </a:r>
          <a:r>
            <a:rPr lang="en-IN" sz="1400" dirty="0">
              <a:latin typeface="Times New Roman" panose="02020603050405020304" pitchFamily="18" charset="0"/>
              <a:cs typeface="Times New Roman" panose="02020603050405020304" pitchFamily="18" charset="0"/>
            </a:rPr>
            <a:t> — added README.md (problem statement + objectives) and a .</a:t>
          </a:r>
          <a:r>
            <a:rPr lang="en-IN" sz="1400" dirty="0" err="1">
              <a:latin typeface="Times New Roman" panose="02020603050405020304" pitchFamily="18" charset="0"/>
              <a:cs typeface="Times New Roman" panose="02020603050405020304" pitchFamily="18" charset="0"/>
            </a:rPr>
            <a:t>gitignore</a:t>
          </a:r>
          <a:r>
            <a:rPr lang="en-IN" sz="1400" dirty="0">
              <a:latin typeface="Times New Roman" panose="02020603050405020304" pitchFamily="18" charset="0"/>
              <a:cs typeface="Times New Roman" panose="02020603050405020304" pitchFamily="18" charset="0"/>
            </a:rPr>
            <a:t> for Python.</a:t>
          </a:r>
          <a:endParaRPr lang="en-IN" sz="1400" dirty="0"/>
        </a:p>
      </dgm:t>
    </dgm:pt>
    <dgm:pt modelId="{6016A355-7BA9-4B95-9FA5-AB3AB1049BB2}" type="parTrans" cxnId="{61FEEA21-2849-4A54-B8CD-B8347042A0DB}">
      <dgm:prSet/>
      <dgm:spPr/>
      <dgm:t>
        <a:bodyPr/>
        <a:lstStyle/>
        <a:p>
          <a:endParaRPr lang="en-IN" sz="2000"/>
        </a:p>
      </dgm:t>
    </dgm:pt>
    <dgm:pt modelId="{5F51472D-3F1C-4493-A82D-B8BA7B829CEB}" type="sibTrans" cxnId="{61FEEA21-2849-4A54-B8CD-B8347042A0DB}">
      <dgm:prSet/>
      <dgm:spPr/>
      <dgm:t>
        <a:bodyPr/>
        <a:lstStyle/>
        <a:p>
          <a:endParaRPr lang="en-IN" sz="2000"/>
        </a:p>
      </dgm:t>
    </dgm:pt>
    <dgm:pt modelId="{14A2B962-DD85-4DAE-9EE0-184182828CB2}">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Uploading code</a:t>
          </a:r>
          <a:r>
            <a:rPr lang="en-IN" sz="1400" dirty="0">
              <a:latin typeface="Times New Roman" panose="02020603050405020304" pitchFamily="18" charset="0"/>
              <a:cs typeface="Times New Roman" panose="02020603050405020304" pitchFamily="18" charset="0"/>
            </a:rPr>
            <a:t> — pushed the Module 1 code (menu skeleton + working Add Transaction) as the first commit.</a:t>
          </a:r>
          <a:endParaRPr lang="en-IN" sz="1400" dirty="0"/>
        </a:p>
      </dgm:t>
    </dgm:pt>
    <dgm:pt modelId="{A2B5F7FC-963F-47DD-B80C-FFBD1216DF61}" type="parTrans" cxnId="{74450D79-3AB4-4602-B066-9A0B91E13474}">
      <dgm:prSet/>
      <dgm:spPr/>
      <dgm:t>
        <a:bodyPr/>
        <a:lstStyle/>
        <a:p>
          <a:endParaRPr lang="en-IN" sz="2000"/>
        </a:p>
      </dgm:t>
    </dgm:pt>
    <dgm:pt modelId="{1AEB941C-7823-4107-B4B4-79CB0E2D55AD}" type="sibTrans" cxnId="{74450D79-3AB4-4602-B066-9A0B91E13474}">
      <dgm:prSet/>
      <dgm:spPr/>
      <dgm:t>
        <a:bodyPr/>
        <a:lstStyle/>
        <a:p>
          <a:endParaRPr lang="en-IN" sz="2000"/>
        </a:p>
      </dgm:t>
    </dgm:pt>
    <dgm:pt modelId="{D34546E1-BDD0-4AE5-A52F-C9483686B638}">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Meaningful commits</a:t>
          </a:r>
          <a:r>
            <a:rPr lang="en-IN" sz="1400" dirty="0">
              <a:latin typeface="Times New Roman" panose="02020603050405020304" pitchFamily="18" charset="0"/>
              <a:cs typeface="Times New Roman" panose="02020603050405020304" pitchFamily="18" charset="0"/>
            </a:rPr>
            <a:t> — descriptive messages tracking real progress, e.g.: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"Add file initialization and menu skeleton"</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"Implement Add Transaction with input validation"</a:t>
          </a:r>
          <a:endParaRPr lang="en-IN" sz="1400" dirty="0"/>
        </a:p>
      </dgm:t>
    </dgm:pt>
    <dgm:pt modelId="{D7DAEC2B-558E-4385-A5B9-A940A9B97A76}" type="parTrans" cxnId="{2E68A1F4-41BF-44BB-8070-6EF1297E42A8}">
      <dgm:prSet/>
      <dgm:spPr/>
      <dgm:t>
        <a:bodyPr/>
        <a:lstStyle/>
        <a:p>
          <a:endParaRPr lang="en-IN" sz="2000"/>
        </a:p>
      </dgm:t>
    </dgm:pt>
    <dgm:pt modelId="{FABBEA74-BB58-4D0F-9EA3-C74A00E46B90}" type="sibTrans" cxnId="{2E68A1F4-41BF-44BB-8070-6EF1297E42A8}">
      <dgm:prSet/>
      <dgm:spPr/>
      <dgm:t>
        <a:bodyPr/>
        <a:lstStyle/>
        <a:p>
          <a:endParaRPr lang="en-IN" sz="2000"/>
        </a:p>
      </dgm:t>
    </dgm:pt>
    <dgm:pt modelId="{842644DD-FC19-4033-AB3F-7FE837E7A468}">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Collaboration</a:t>
          </a:r>
          <a:r>
            <a:rPr lang="en-IN" sz="1400" dirty="0">
              <a:latin typeface="Times New Roman" panose="02020603050405020304" pitchFamily="18" charset="0"/>
              <a:cs typeface="Times New Roman" panose="02020603050405020304" pitchFamily="18" charset="0"/>
            </a:rPr>
            <a:t> — added mentor/instructor as a repository collaborator for review and feedback.</a:t>
          </a:r>
          <a:endParaRPr lang="en-IN" sz="1400" dirty="0"/>
        </a:p>
      </dgm:t>
    </dgm:pt>
    <dgm:pt modelId="{05A51797-E01F-4CEE-AA67-02CBE96AB8C4}" type="parTrans" cxnId="{612C950D-40E3-4E21-967E-A54AD72EF51F}">
      <dgm:prSet/>
      <dgm:spPr/>
      <dgm:t>
        <a:bodyPr/>
        <a:lstStyle/>
        <a:p>
          <a:endParaRPr lang="en-IN" sz="2000"/>
        </a:p>
      </dgm:t>
    </dgm:pt>
    <dgm:pt modelId="{20BBC10A-7175-4AF1-B52A-210ABECA0579}" type="sibTrans" cxnId="{612C950D-40E3-4E21-967E-A54AD72EF51F}">
      <dgm:prSet/>
      <dgm:spPr/>
      <dgm:t>
        <a:bodyPr/>
        <a:lstStyle/>
        <a:p>
          <a:endParaRPr lang="en-IN" sz="2000"/>
        </a:p>
      </dgm:t>
    </dgm:pt>
    <dgm:pt modelId="{75728802-022D-42D2-9D8C-94CFC1D9AA51}">
      <dgm:prSet phldrT="[Text]" custT="1"/>
      <dgm:spPr/>
      <dgm:t>
        <a:bodyPr/>
        <a:lstStyle/>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Individual contribution</a:t>
          </a:r>
          <a:r>
            <a:rPr lang="en-IN" sz="1400" dirty="0">
              <a:latin typeface="Times New Roman" panose="02020603050405020304" pitchFamily="18" charset="0"/>
              <a:cs typeface="Times New Roman" panose="02020603050405020304" pitchFamily="18" charset="0"/>
            </a:rPr>
            <a:t> — solo project: 100% of design, coding, testing, and documentation done independently.</a:t>
          </a:r>
          <a:endParaRPr lang="en-IN" sz="1400" dirty="0"/>
        </a:p>
      </dgm:t>
    </dgm:pt>
    <dgm:pt modelId="{EB5DBBB1-424E-4DF0-98D9-D21BDF570BDF}" type="parTrans" cxnId="{DD26B575-6A8C-4B8E-AE75-D83375792CAB}">
      <dgm:prSet/>
      <dgm:spPr/>
      <dgm:t>
        <a:bodyPr/>
        <a:lstStyle/>
        <a:p>
          <a:endParaRPr lang="en-IN" sz="2000"/>
        </a:p>
      </dgm:t>
    </dgm:pt>
    <dgm:pt modelId="{417BD685-073D-4787-A400-81B66B749698}" type="sibTrans" cxnId="{DD26B575-6A8C-4B8E-AE75-D83375792CAB}">
      <dgm:prSet/>
      <dgm:spPr/>
      <dgm:t>
        <a:bodyPr/>
        <a:lstStyle/>
        <a:p>
          <a:endParaRPr lang="en-IN" sz="2000"/>
        </a:p>
      </dgm:t>
    </dgm:pt>
    <dgm:pt modelId="{3E5B1918-E6DA-4AEE-A839-8E82D0E8AD14}" type="pres">
      <dgm:prSet presAssocID="{3CEA6F00-DC37-484E-AD6E-EC54FCCF9BCC}" presName="linearFlow" presStyleCnt="0">
        <dgm:presLayoutVars>
          <dgm:dir/>
          <dgm:resizeHandles val="exact"/>
        </dgm:presLayoutVars>
      </dgm:prSet>
      <dgm:spPr/>
    </dgm:pt>
    <dgm:pt modelId="{147776E4-4572-4D40-90BA-D4F073000240}" type="pres">
      <dgm:prSet presAssocID="{F76AF661-6D99-4289-82D8-4974D75BF572}" presName="composite" presStyleCnt="0"/>
      <dgm:spPr/>
    </dgm:pt>
    <dgm:pt modelId="{D71EDE19-7551-4E50-9DC3-793E1D977263}" type="pres">
      <dgm:prSet presAssocID="{F76AF661-6D99-4289-82D8-4974D75BF572}" presName="imgShp" presStyleLbl="fgImgPlace1" presStyleIdx="0" presStyleCnt="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Bullseye with solid fill"/>
        </a:ext>
      </dgm:extLst>
    </dgm:pt>
    <dgm:pt modelId="{5F2D6FDD-9B8B-4F39-908F-E2C3FEDD2AA9}" type="pres">
      <dgm:prSet presAssocID="{F76AF661-6D99-4289-82D8-4974D75BF572}" presName="txShp" presStyleLbl="node1" presStyleIdx="0" presStyleCnt="6">
        <dgm:presLayoutVars>
          <dgm:bulletEnabled val="1"/>
        </dgm:presLayoutVars>
      </dgm:prSet>
      <dgm:spPr/>
    </dgm:pt>
    <dgm:pt modelId="{E44F4616-9A4A-42D2-8BF2-DF99A400ACE5}" type="pres">
      <dgm:prSet presAssocID="{A318BCDF-54FC-491A-AC98-4C1A4CC394AC}" presName="spacing" presStyleCnt="0"/>
      <dgm:spPr/>
    </dgm:pt>
    <dgm:pt modelId="{FA450C4C-BDBA-40C7-A4B6-4C599F53277E}" type="pres">
      <dgm:prSet presAssocID="{1AB51E1D-3091-433B-A083-AD228DD4C80D}" presName="composite" presStyleCnt="0"/>
      <dgm:spPr/>
    </dgm:pt>
    <dgm:pt modelId="{C9EF3614-71EF-4E14-8A42-BE94F03BFE82}" type="pres">
      <dgm:prSet presAssocID="{1AB51E1D-3091-433B-A083-AD228DD4C80D}" presName="imgShp" presStyleLbl="fgImgPlace1" presStyleIdx="1" presStyleCnt="6"/>
      <dgm:spPr>
        <a:blipFill rotWithShape="1">
          <a:blip xmlns:r="http://schemas.openxmlformats.org/officeDocument/2006/relationships" r:embed="rId2"/>
          <a:srcRect/>
          <a:stretch>
            <a:fillRect/>
          </a:stretch>
        </a:blipFill>
      </dgm:spPr>
    </dgm:pt>
    <dgm:pt modelId="{7F1C8EDF-DC2C-4169-BF38-022811A199B9}" type="pres">
      <dgm:prSet presAssocID="{1AB51E1D-3091-433B-A083-AD228DD4C80D}" presName="txShp" presStyleLbl="node1" presStyleIdx="1" presStyleCnt="6">
        <dgm:presLayoutVars>
          <dgm:bulletEnabled val="1"/>
        </dgm:presLayoutVars>
      </dgm:prSet>
      <dgm:spPr/>
    </dgm:pt>
    <dgm:pt modelId="{DC0BFBEB-F5A4-4E44-89A0-AD33E3E95724}" type="pres">
      <dgm:prSet presAssocID="{5F51472D-3F1C-4493-A82D-B8BA7B829CEB}" presName="spacing" presStyleCnt="0"/>
      <dgm:spPr/>
    </dgm:pt>
    <dgm:pt modelId="{A58B81E9-8121-42B9-9D11-0CDF4F843BDE}" type="pres">
      <dgm:prSet presAssocID="{14A2B962-DD85-4DAE-9EE0-184182828CB2}" presName="composite" presStyleCnt="0"/>
      <dgm:spPr/>
    </dgm:pt>
    <dgm:pt modelId="{EDF8C5A1-9516-47C7-A1AB-69DEAB9DC093}" type="pres">
      <dgm:prSet presAssocID="{14A2B962-DD85-4DAE-9EE0-184182828CB2}" presName="imgShp" presStyleLbl="fgImgPlace1" presStyleIdx="2" presStyleCnt="6"/>
      <dgm:spPr>
        <a:blipFill rotWithShape="1">
          <a:blip xmlns:r="http://schemas.openxmlformats.org/officeDocument/2006/relationships" r:embed="rId2"/>
          <a:srcRect/>
          <a:stretch>
            <a:fillRect/>
          </a:stretch>
        </a:blipFill>
      </dgm:spPr>
    </dgm:pt>
    <dgm:pt modelId="{A1C6AE2F-8352-482B-B320-6CCE11BDB480}" type="pres">
      <dgm:prSet presAssocID="{14A2B962-DD85-4DAE-9EE0-184182828CB2}" presName="txShp" presStyleLbl="node1" presStyleIdx="2" presStyleCnt="6">
        <dgm:presLayoutVars>
          <dgm:bulletEnabled val="1"/>
        </dgm:presLayoutVars>
      </dgm:prSet>
      <dgm:spPr/>
    </dgm:pt>
    <dgm:pt modelId="{A4EBB94D-D536-4979-996C-6D76CCF0929B}" type="pres">
      <dgm:prSet presAssocID="{1AEB941C-7823-4107-B4B4-79CB0E2D55AD}" presName="spacing" presStyleCnt="0"/>
      <dgm:spPr/>
    </dgm:pt>
    <dgm:pt modelId="{BE0817D7-A004-4FF3-A120-8C64D9E18368}" type="pres">
      <dgm:prSet presAssocID="{D34546E1-BDD0-4AE5-A52F-C9483686B638}" presName="composite" presStyleCnt="0"/>
      <dgm:spPr/>
    </dgm:pt>
    <dgm:pt modelId="{A56E564E-89B3-46C3-9627-BEB7ABF54634}" type="pres">
      <dgm:prSet presAssocID="{D34546E1-BDD0-4AE5-A52F-C9483686B638}" presName="imgShp" presStyleLbl="fgImgPlace1" presStyleIdx="3" presStyleCnt="6"/>
      <dgm:spPr>
        <a:blipFill rotWithShape="1">
          <a:blip xmlns:r="http://schemas.openxmlformats.org/officeDocument/2006/relationships" r:embed="rId2"/>
          <a:srcRect/>
          <a:stretch>
            <a:fillRect/>
          </a:stretch>
        </a:blipFill>
      </dgm:spPr>
    </dgm:pt>
    <dgm:pt modelId="{CBA5EC83-AAC2-49F4-95F1-6FB13452F1CA}" type="pres">
      <dgm:prSet presAssocID="{D34546E1-BDD0-4AE5-A52F-C9483686B638}" presName="txShp" presStyleLbl="node1" presStyleIdx="3" presStyleCnt="6">
        <dgm:presLayoutVars>
          <dgm:bulletEnabled val="1"/>
        </dgm:presLayoutVars>
      </dgm:prSet>
      <dgm:spPr/>
    </dgm:pt>
    <dgm:pt modelId="{A238624B-A659-4F0E-8A83-A584E5229D59}" type="pres">
      <dgm:prSet presAssocID="{FABBEA74-BB58-4D0F-9EA3-C74A00E46B90}" presName="spacing" presStyleCnt="0"/>
      <dgm:spPr/>
    </dgm:pt>
    <dgm:pt modelId="{75D32C01-F4D9-4BB8-A1D4-FDEEAAF2A600}" type="pres">
      <dgm:prSet presAssocID="{842644DD-FC19-4033-AB3F-7FE837E7A468}" presName="composite" presStyleCnt="0"/>
      <dgm:spPr/>
    </dgm:pt>
    <dgm:pt modelId="{3EA595BE-3E2B-4F03-B87F-FFB79D29D1A6}" type="pres">
      <dgm:prSet presAssocID="{842644DD-FC19-4033-AB3F-7FE837E7A468}" presName="imgShp" presStyleLbl="fgImgPlace1" presStyleIdx="4" presStyleCnt="6"/>
      <dgm:spPr>
        <a:blipFill rotWithShape="1">
          <a:blip xmlns:r="http://schemas.openxmlformats.org/officeDocument/2006/relationships" r:embed="rId2"/>
          <a:srcRect/>
          <a:stretch>
            <a:fillRect/>
          </a:stretch>
        </a:blipFill>
      </dgm:spPr>
    </dgm:pt>
    <dgm:pt modelId="{3BB0620A-12B7-4CE6-9A35-72ABA67ACAEB}" type="pres">
      <dgm:prSet presAssocID="{842644DD-FC19-4033-AB3F-7FE837E7A468}" presName="txShp" presStyleLbl="node1" presStyleIdx="4" presStyleCnt="6">
        <dgm:presLayoutVars>
          <dgm:bulletEnabled val="1"/>
        </dgm:presLayoutVars>
      </dgm:prSet>
      <dgm:spPr/>
    </dgm:pt>
    <dgm:pt modelId="{CF5C75B9-BECF-4BD1-BC54-3A7AD8D60A46}" type="pres">
      <dgm:prSet presAssocID="{20BBC10A-7175-4AF1-B52A-210ABECA0579}" presName="spacing" presStyleCnt="0"/>
      <dgm:spPr/>
    </dgm:pt>
    <dgm:pt modelId="{ADF45CA7-E926-40B6-B69C-0968399B2401}" type="pres">
      <dgm:prSet presAssocID="{75728802-022D-42D2-9D8C-94CFC1D9AA51}" presName="composite" presStyleCnt="0"/>
      <dgm:spPr/>
    </dgm:pt>
    <dgm:pt modelId="{B23B648B-9569-4FA2-B84E-46FD11E54912}" type="pres">
      <dgm:prSet presAssocID="{75728802-022D-42D2-9D8C-94CFC1D9AA51}" presName="imgShp" presStyleLbl="fgImgPlace1" presStyleIdx="5" presStyleCnt="6"/>
      <dgm:spPr>
        <a:blipFill rotWithShape="1">
          <a:blip xmlns:r="http://schemas.openxmlformats.org/officeDocument/2006/relationships" r:embed="rId2"/>
          <a:srcRect/>
          <a:stretch>
            <a:fillRect/>
          </a:stretch>
        </a:blipFill>
      </dgm:spPr>
    </dgm:pt>
    <dgm:pt modelId="{D9526DC7-6F71-4569-A269-6521027044AF}" type="pres">
      <dgm:prSet presAssocID="{75728802-022D-42D2-9D8C-94CFC1D9AA51}" presName="txShp" presStyleLbl="node1" presStyleIdx="5" presStyleCnt="6">
        <dgm:presLayoutVars>
          <dgm:bulletEnabled val="1"/>
        </dgm:presLayoutVars>
      </dgm:prSet>
      <dgm:spPr/>
    </dgm:pt>
  </dgm:ptLst>
  <dgm:cxnLst>
    <dgm:cxn modelId="{612C950D-40E3-4E21-967E-A54AD72EF51F}" srcId="{3CEA6F00-DC37-484E-AD6E-EC54FCCF9BCC}" destId="{842644DD-FC19-4033-AB3F-7FE837E7A468}" srcOrd="4" destOrd="0" parTransId="{05A51797-E01F-4CEE-AA67-02CBE96AB8C4}" sibTransId="{20BBC10A-7175-4AF1-B52A-210ABECA0579}"/>
    <dgm:cxn modelId="{61FEEA21-2849-4A54-B8CD-B8347042A0DB}" srcId="{3CEA6F00-DC37-484E-AD6E-EC54FCCF9BCC}" destId="{1AB51E1D-3091-433B-A083-AD228DD4C80D}" srcOrd="1" destOrd="0" parTransId="{6016A355-7BA9-4B95-9FA5-AB3AB1049BB2}" sibTransId="{5F51472D-3F1C-4493-A82D-B8BA7B829CEB}"/>
    <dgm:cxn modelId="{14F90945-936F-47C2-A8BD-DA5D31A1AB8B}" type="presOf" srcId="{75728802-022D-42D2-9D8C-94CFC1D9AA51}" destId="{D9526DC7-6F71-4569-A269-6521027044AF}" srcOrd="0" destOrd="0" presId="urn:microsoft.com/office/officeart/2005/8/layout/vList3"/>
    <dgm:cxn modelId="{E9E02B72-6FCB-4D65-AB45-B8C20B7F7CE4}" type="presOf" srcId="{1AB51E1D-3091-433B-A083-AD228DD4C80D}" destId="{7F1C8EDF-DC2C-4169-BF38-022811A199B9}" srcOrd="0" destOrd="0" presId="urn:microsoft.com/office/officeart/2005/8/layout/vList3"/>
    <dgm:cxn modelId="{DD26B575-6A8C-4B8E-AE75-D83375792CAB}" srcId="{3CEA6F00-DC37-484E-AD6E-EC54FCCF9BCC}" destId="{75728802-022D-42D2-9D8C-94CFC1D9AA51}" srcOrd="5" destOrd="0" parTransId="{EB5DBBB1-424E-4DF0-98D9-D21BDF570BDF}" sibTransId="{417BD685-073D-4787-A400-81B66B749698}"/>
    <dgm:cxn modelId="{D611D758-B36A-4014-AFC5-79F2019DE1D5}" type="presOf" srcId="{842644DD-FC19-4033-AB3F-7FE837E7A468}" destId="{3BB0620A-12B7-4CE6-9A35-72ABA67ACAEB}" srcOrd="0" destOrd="0" presId="urn:microsoft.com/office/officeart/2005/8/layout/vList3"/>
    <dgm:cxn modelId="{74450D79-3AB4-4602-B066-9A0B91E13474}" srcId="{3CEA6F00-DC37-484E-AD6E-EC54FCCF9BCC}" destId="{14A2B962-DD85-4DAE-9EE0-184182828CB2}" srcOrd="2" destOrd="0" parTransId="{A2B5F7FC-963F-47DD-B80C-FFBD1216DF61}" sibTransId="{1AEB941C-7823-4107-B4B4-79CB0E2D55AD}"/>
    <dgm:cxn modelId="{49FEE795-45D0-4776-B60C-0E82BE995388}" type="presOf" srcId="{14A2B962-DD85-4DAE-9EE0-184182828CB2}" destId="{A1C6AE2F-8352-482B-B320-6CCE11BDB480}" srcOrd="0" destOrd="0" presId="urn:microsoft.com/office/officeart/2005/8/layout/vList3"/>
    <dgm:cxn modelId="{41AB41C8-B6F9-4405-B8BB-A0B48CC5AD4B}" srcId="{3CEA6F00-DC37-484E-AD6E-EC54FCCF9BCC}" destId="{F76AF661-6D99-4289-82D8-4974D75BF572}" srcOrd="0" destOrd="0" parTransId="{221D304E-763B-4054-8DE6-D0821DCBCA8F}" sibTransId="{A318BCDF-54FC-491A-AC98-4C1A4CC394AC}"/>
    <dgm:cxn modelId="{9DE7B6E8-7977-4F03-89C7-209E32C70E96}" type="presOf" srcId="{D34546E1-BDD0-4AE5-A52F-C9483686B638}" destId="{CBA5EC83-AAC2-49F4-95F1-6FB13452F1CA}" srcOrd="0" destOrd="0" presId="urn:microsoft.com/office/officeart/2005/8/layout/vList3"/>
    <dgm:cxn modelId="{C82719EC-BFDB-4E0C-8A5E-79A9C21F5029}" type="presOf" srcId="{3CEA6F00-DC37-484E-AD6E-EC54FCCF9BCC}" destId="{3E5B1918-E6DA-4AEE-A839-8E82D0E8AD14}" srcOrd="0" destOrd="0" presId="urn:microsoft.com/office/officeart/2005/8/layout/vList3"/>
    <dgm:cxn modelId="{1E4168EC-D7CE-468E-A473-77A2DAB318E6}" type="presOf" srcId="{F76AF661-6D99-4289-82D8-4974D75BF572}" destId="{5F2D6FDD-9B8B-4F39-908F-E2C3FEDD2AA9}" srcOrd="0" destOrd="0" presId="urn:microsoft.com/office/officeart/2005/8/layout/vList3"/>
    <dgm:cxn modelId="{2E68A1F4-41BF-44BB-8070-6EF1297E42A8}" srcId="{3CEA6F00-DC37-484E-AD6E-EC54FCCF9BCC}" destId="{D34546E1-BDD0-4AE5-A52F-C9483686B638}" srcOrd="3" destOrd="0" parTransId="{D7DAEC2B-558E-4385-A5B9-A940A9B97A76}" sibTransId="{FABBEA74-BB58-4D0F-9EA3-C74A00E46B90}"/>
    <dgm:cxn modelId="{40D260CD-66A9-4554-8BC3-F5278CCB22C3}" type="presParOf" srcId="{3E5B1918-E6DA-4AEE-A839-8E82D0E8AD14}" destId="{147776E4-4572-4D40-90BA-D4F073000240}" srcOrd="0" destOrd="0" presId="urn:microsoft.com/office/officeart/2005/8/layout/vList3"/>
    <dgm:cxn modelId="{D79C4B66-61DB-4D8C-B7B8-FC278DA13CEA}" type="presParOf" srcId="{147776E4-4572-4D40-90BA-D4F073000240}" destId="{D71EDE19-7551-4E50-9DC3-793E1D977263}" srcOrd="0" destOrd="0" presId="urn:microsoft.com/office/officeart/2005/8/layout/vList3"/>
    <dgm:cxn modelId="{EF5AD3FD-2068-4264-9309-09C745F4CE55}" type="presParOf" srcId="{147776E4-4572-4D40-90BA-D4F073000240}" destId="{5F2D6FDD-9B8B-4F39-908F-E2C3FEDD2AA9}" srcOrd="1" destOrd="0" presId="urn:microsoft.com/office/officeart/2005/8/layout/vList3"/>
    <dgm:cxn modelId="{C77A2683-EDC3-49D0-B386-A6DD0474D260}" type="presParOf" srcId="{3E5B1918-E6DA-4AEE-A839-8E82D0E8AD14}" destId="{E44F4616-9A4A-42D2-8BF2-DF99A400ACE5}" srcOrd="1" destOrd="0" presId="urn:microsoft.com/office/officeart/2005/8/layout/vList3"/>
    <dgm:cxn modelId="{D7E45812-C86A-4D39-A989-C528A7274540}" type="presParOf" srcId="{3E5B1918-E6DA-4AEE-A839-8E82D0E8AD14}" destId="{FA450C4C-BDBA-40C7-A4B6-4C599F53277E}" srcOrd="2" destOrd="0" presId="urn:microsoft.com/office/officeart/2005/8/layout/vList3"/>
    <dgm:cxn modelId="{0138DF69-1D17-41E2-9759-8EB365AB05AF}" type="presParOf" srcId="{FA450C4C-BDBA-40C7-A4B6-4C599F53277E}" destId="{C9EF3614-71EF-4E14-8A42-BE94F03BFE82}" srcOrd="0" destOrd="0" presId="urn:microsoft.com/office/officeart/2005/8/layout/vList3"/>
    <dgm:cxn modelId="{3115C20F-4294-46AB-9BEC-F16EF9D1ECF1}" type="presParOf" srcId="{FA450C4C-BDBA-40C7-A4B6-4C599F53277E}" destId="{7F1C8EDF-DC2C-4169-BF38-022811A199B9}" srcOrd="1" destOrd="0" presId="urn:microsoft.com/office/officeart/2005/8/layout/vList3"/>
    <dgm:cxn modelId="{B01F2521-E7C5-4171-AA98-872F075B951C}" type="presParOf" srcId="{3E5B1918-E6DA-4AEE-A839-8E82D0E8AD14}" destId="{DC0BFBEB-F5A4-4E44-89A0-AD33E3E95724}" srcOrd="3" destOrd="0" presId="urn:microsoft.com/office/officeart/2005/8/layout/vList3"/>
    <dgm:cxn modelId="{BEC89609-952A-4DF9-8389-2EDEDADA30C4}" type="presParOf" srcId="{3E5B1918-E6DA-4AEE-A839-8E82D0E8AD14}" destId="{A58B81E9-8121-42B9-9D11-0CDF4F843BDE}" srcOrd="4" destOrd="0" presId="urn:microsoft.com/office/officeart/2005/8/layout/vList3"/>
    <dgm:cxn modelId="{2BE0549C-1745-4AB9-A168-420020FBB0D2}" type="presParOf" srcId="{A58B81E9-8121-42B9-9D11-0CDF4F843BDE}" destId="{EDF8C5A1-9516-47C7-A1AB-69DEAB9DC093}" srcOrd="0" destOrd="0" presId="urn:microsoft.com/office/officeart/2005/8/layout/vList3"/>
    <dgm:cxn modelId="{D9FF93C6-9EBD-479C-8536-7CA2F7EEB85F}" type="presParOf" srcId="{A58B81E9-8121-42B9-9D11-0CDF4F843BDE}" destId="{A1C6AE2F-8352-482B-B320-6CCE11BDB480}" srcOrd="1" destOrd="0" presId="urn:microsoft.com/office/officeart/2005/8/layout/vList3"/>
    <dgm:cxn modelId="{14CCD78F-F6CB-4642-AE9A-BFADBBBE2160}" type="presParOf" srcId="{3E5B1918-E6DA-4AEE-A839-8E82D0E8AD14}" destId="{A4EBB94D-D536-4979-996C-6D76CCF0929B}" srcOrd="5" destOrd="0" presId="urn:microsoft.com/office/officeart/2005/8/layout/vList3"/>
    <dgm:cxn modelId="{C4C16C0B-FF53-45BD-9580-6F2DA005A5EF}" type="presParOf" srcId="{3E5B1918-E6DA-4AEE-A839-8E82D0E8AD14}" destId="{BE0817D7-A004-4FF3-A120-8C64D9E18368}" srcOrd="6" destOrd="0" presId="urn:microsoft.com/office/officeart/2005/8/layout/vList3"/>
    <dgm:cxn modelId="{2C1F363E-910F-4532-BC1F-384B89295CE8}" type="presParOf" srcId="{BE0817D7-A004-4FF3-A120-8C64D9E18368}" destId="{A56E564E-89B3-46C3-9627-BEB7ABF54634}" srcOrd="0" destOrd="0" presId="urn:microsoft.com/office/officeart/2005/8/layout/vList3"/>
    <dgm:cxn modelId="{33B24646-1211-4414-9382-037E1D072FD0}" type="presParOf" srcId="{BE0817D7-A004-4FF3-A120-8C64D9E18368}" destId="{CBA5EC83-AAC2-49F4-95F1-6FB13452F1CA}" srcOrd="1" destOrd="0" presId="urn:microsoft.com/office/officeart/2005/8/layout/vList3"/>
    <dgm:cxn modelId="{E582EB75-C8EC-43DE-AACC-F061F373C695}" type="presParOf" srcId="{3E5B1918-E6DA-4AEE-A839-8E82D0E8AD14}" destId="{A238624B-A659-4F0E-8A83-A584E5229D59}" srcOrd="7" destOrd="0" presId="urn:microsoft.com/office/officeart/2005/8/layout/vList3"/>
    <dgm:cxn modelId="{CE9AD162-05B6-4C39-9036-1104B3454C9C}" type="presParOf" srcId="{3E5B1918-E6DA-4AEE-A839-8E82D0E8AD14}" destId="{75D32C01-F4D9-4BB8-A1D4-FDEEAAF2A600}" srcOrd="8" destOrd="0" presId="urn:microsoft.com/office/officeart/2005/8/layout/vList3"/>
    <dgm:cxn modelId="{B6F55D92-F6B5-445E-BBF5-B2EBE15F06FE}" type="presParOf" srcId="{75D32C01-F4D9-4BB8-A1D4-FDEEAAF2A600}" destId="{3EA595BE-3E2B-4F03-B87F-FFB79D29D1A6}" srcOrd="0" destOrd="0" presId="urn:microsoft.com/office/officeart/2005/8/layout/vList3"/>
    <dgm:cxn modelId="{D637E258-3B6A-43CA-A05D-7656A64485D1}" type="presParOf" srcId="{75D32C01-F4D9-4BB8-A1D4-FDEEAAF2A600}" destId="{3BB0620A-12B7-4CE6-9A35-72ABA67ACAEB}" srcOrd="1" destOrd="0" presId="urn:microsoft.com/office/officeart/2005/8/layout/vList3"/>
    <dgm:cxn modelId="{879A3DAB-C178-4F3A-9AEC-A47FDEEBAEB1}" type="presParOf" srcId="{3E5B1918-E6DA-4AEE-A839-8E82D0E8AD14}" destId="{CF5C75B9-BECF-4BD1-BC54-3A7AD8D60A46}" srcOrd="9" destOrd="0" presId="urn:microsoft.com/office/officeart/2005/8/layout/vList3"/>
    <dgm:cxn modelId="{5D27D6EB-9235-453C-AAB3-D3269310BEAE}" type="presParOf" srcId="{3E5B1918-E6DA-4AEE-A839-8E82D0E8AD14}" destId="{ADF45CA7-E926-40B6-B69C-0968399B2401}" srcOrd="10" destOrd="0" presId="urn:microsoft.com/office/officeart/2005/8/layout/vList3"/>
    <dgm:cxn modelId="{FF45F9E0-3391-4972-96C8-B6D58B053271}" type="presParOf" srcId="{ADF45CA7-E926-40B6-B69C-0968399B2401}" destId="{B23B648B-9569-4FA2-B84E-46FD11E54912}" srcOrd="0" destOrd="0" presId="urn:microsoft.com/office/officeart/2005/8/layout/vList3"/>
    <dgm:cxn modelId="{BDCC9DF4-BF9B-41FA-B297-4D6BD30E71D8}" type="presParOf" srcId="{ADF45CA7-E926-40B6-B69C-0968399B2401}" destId="{D9526DC7-6F71-4569-A269-6521027044A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465C4-18FB-40E0-B28F-89ED44C851F0}">
      <dsp:nvSpPr>
        <dsp:cNvPr id="0" name=""/>
        <dsp:cNvSpPr/>
      </dsp:nvSpPr>
      <dsp:spPr>
        <a:xfrm>
          <a:off x="0" y="2717"/>
          <a:ext cx="7638473"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2389E-26E1-4FD1-BC17-EE5254624AE4}">
      <dsp:nvSpPr>
        <dsp:cNvPr id="0" name=""/>
        <dsp:cNvSpPr/>
      </dsp:nvSpPr>
      <dsp:spPr>
        <a:xfrm>
          <a:off x="0" y="2717"/>
          <a:ext cx="1527694" cy="5559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Font typeface="Arial" panose="020B0604020202020204" pitchFamily="34" charset="0"/>
            <a:buNone/>
          </a:pPr>
          <a:r>
            <a:rPr lang="en-US" sz="2400" kern="1200" dirty="0">
              <a:latin typeface="Times New Roman" panose="02020603050405020304" pitchFamily="18" charset="0"/>
              <a:cs typeface="Times New Roman" panose="02020603050405020304" pitchFamily="18" charset="0"/>
            </a:rPr>
            <a:t>Start the program</a:t>
          </a:r>
          <a:endParaRPr lang="en-IN" sz="1800" kern="1200" dirty="0">
            <a:latin typeface="Times New Roman" panose="02020603050405020304" pitchFamily="18" charset="0"/>
            <a:cs typeface="Times New Roman" panose="02020603050405020304" pitchFamily="18" charset="0"/>
          </a:endParaRPr>
        </a:p>
      </dsp:txBody>
      <dsp:txXfrm>
        <a:off x="0" y="2717"/>
        <a:ext cx="1527694" cy="5559383"/>
      </dsp:txXfrm>
    </dsp:sp>
    <dsp:sp modelId="{BF14628F-F3C4-4B5C-9811-8A53C50CEAB5}">
      <dsp:nvSpPr>
        <dsp:cNvPr id="0" name=""/>
        <dsp:cNvSpPr/>
      </dsp:nvSpPr>
      <dsp:spPr>
        <a:xfrm>
          <a:off x="1642271" y="17562"/>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Check whether the expense file (expenses.csv) already exists.</a:t>
          </a:r>
          <a:endParaRPr lang="en-IN" sz="1400" kern="1200" dirty="0">
            <a:latin typeface="Times New Roman" panose="02020603050405020304" pitchFamily="18" charset="0"/>
            <a:cs typeface="Times New Roman" panose="02020603050405020304" pitchFamily="18" charset="0"/>
          </a:endParaRPr>
        </a:p>
      </dsp:txBody>
      <dsp:txXfrm>
        <a:off x="1642271" y="17562"/>
        <a:ext cx="5996201" cy="296903"/>
      </dsp:txXfrm>
    </dsp:sp>
    <dsp:sp modelId="{64C57B58-D45B-4F55-85B3-A59489BEB70B}">
      <dsp:nvSpPr>
        <dsp:cNvPr id="0" name=""/>
        <dsp:cNvSpPr/>
      </dsp:nvSpPr>
      <dsp:spPr>
        <a:xfrm>
          <a:off x="1527694" y="314465"/>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FD20D3-0637-4222-A7E5-6727C6FE0E4D}">
      <dsp:nvSpPr>
        <dsp:cNvPr id="0" name=""/>
        <dsp:cNvSpPr/>
      </dsp:nvSpPr>
      <dsp:spPr>
        <a:xfrm>
          <a:off x="1642271" y="329310"/>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it doesn't, create it and add column headings: Date, Type, Category, Amount.</a:t>
          </a:r>
          <a:endParaRPr lang="en-IN" sz="1400" kern="1200" dirty="0">
            <a:latin typeface="Times New Roman" panose="02020603050405020304" pitchFamily="18" charset="0"/>
            <a:cs typeface="Times New Roman" panose="02020603050405020304" pitchFamily="18" charset="0"/>
          </a:endParaRPr>
        </a:p>
      </dsp:txBody>
      <dsp:txXfrm>
        <a:off x="1642271" y="329310"/>
        <a:ext cx="5996201" cy="296903"/>
      </dsp:txXfrm>
    </dsp:sp>
    <dsp:sp modelId="{FBB45308-4008-4CD9-998A-40658474DACA}">
      <dsp:nvSpPr>
        <dsp:cNvPr id="0" name=""/>
        <dsp:cNvSpPr/>
      </dsp:nvSpPr>
      <dsp:spPr>
        <a:xfrm>
          <a:off x="1527694" y="626213"/>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4EE17FB-80DC-4365-9A32-FC53FEECB992}">
      <dsp:nvSpPr>
        <dsp:cNvPr id="0" name=""/>
        <dsp:cNvSpPr/>
      </dsp:nvSpPr>
      <dsp:spPr>
        <a:xfrm>
          <a:off x="1642271" y="641058"/>
          <a:ext cx="5996201" cy="458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Show the main menu on the screen with all the options: Add Transaction, View, Update, Delete, Reports, and Exit.</a:t>
          </a:r>
          <a:endParaRPr lang="en-IN" sz="1400" kern="1200" dirty="0">
            <a:latin typeface="Times New Roman" panose="02020603050405020304" pitchFamily="18" charset="0"/>
            <a:cs typeface="Times New Roman" panose="02020603050405020304" pitchFamily="18" charset="0"/>
          </a:endParaRPr>
        </a:p>
      </dsp:txBody>
      <dsp:txXfrm>
        <a:off x="1642271" y="641058"/>
        <a:ext cx="5996201" cy="458617"/>
      </dsp:txXfrm>
    </dsp:sp>
    <dsp:sp modelId="{67ACBFDA-095A-48F2-A550-0BFCC7BAD85B}">
      <dsp:nvSpPr>
        <dsp:cNvPr id="0" name=""/>
        <dsp:cNvSpPr/>
      </dsp:nvSpPr>
      <dsp:spPr>
        <a:xfrm>
          <a:off x="1527694" y="1099676"/>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AAE8161-B36A-496E-9AC9-51B20D032A9E}">
      <dsp:nvSpPr>
        <dsp:cNvPr id="0" name=""/>
        <dsp:cNvSpPr/>
      </dsp:nvSpPr>
      <dsp:spPr>
        <a:xfrm>
          <a:off x="1642271" y="1114521"/>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Ask the user to enter their choice.</a:t>
          </a:r>
          <a:endParaRPr lang="en-IN" sz="1400" kern="1200" dirty="0">
            <a:latin typeface="Times New Roman" panose="02020603050405020304" pitchFamily="18" charset="0"/>
            <a:cs typeface="Times New Roman" panose="02020603050405020304" pitchFamily="18" charset="0"/>
          </a:endParaRPr>
        </a:p>
      </dsp:txBody>
      <dsp:txXfrm>
        <a:off x="1642271" y="1114521"/>
        <a:ext cx="5996201" cy="296903"/>
      </dsp:txXfrm>
    </dsp:sp>
    <dsp:sp modelId="{0AD08757-B814-4DBA-8288-3D43C3A32F5C}">
      <dsp:nvSpPr>
        <dsp:cNvPr id="0" name=""/>
        <dsp:cNvSpPr/>
      </dsp:nvSpPr>
      <dsp:spPr>
        <a:xfrm>
          <a:off x="1527694" y="1411424"/>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AC64C8-24AD-4DD0-A88D-439D3E6C6F79}">
      <dsp:nvSpPr>
        <dsp:cNvPr id="0" name=""/>
        <dsp:cNvSpPr/>
      </dsp:nvSpPr>
      <dsp:spPr>
        <a:xfrm>
          <a:off x="1642271" y="1426269"/>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chooses Add Transaction:</a:t>
          </a:r>
          <a:endParaRPr lang="en-IN" sz="1400" kern="1200" dirty="0">
            <a:latin typeface="Times New Roman" panose="02020603050405020304" pitchFamily="18" charset="0"/>
            <a:cs typeface="Times New Roman" panose="02020603050405020304" pitchFamily="18" charset="0"/>
          </a:endParaRPr>
        </a:p>
      </dsp:txBody>
      <dsp:txXfrm>
        <a:off x="1642271" y="1426269"/>
        <a:ext cx="5996201" cy="296903"/>
      </dsp:txXfrm>
    </dsp:sp>
    <dsp:sp modelId="{5043259B-9355-4CB5-8DE1-548F60571D3B}">
      <dsp:nvSpPr>
        <dsp:cNvPr id="0" name=""/>
        <dsp:cNvSpPr/>
      </dsp:nvSpPr>
      <dsp:spPr>
        <a:xfrm>
          <a:off x="1527694" y="172317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204AB1-2845-4B5D-A574-9347D749F46A}">
      <dsp:nvSpPr>
        <dsp:cNvPr id="0" name=""/>
        <dsp:cNvSpPr/>
      </dsp:nvSpPr>
      <dsp:spPr>
        <a:xfrm>
          <a:off x="1642271" y="1738017"/>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Ask for the date, type (income or expense), category, and amount.</a:t>
          </a:r>
          <a:endParaRPr lang="en-IN" sz="1400" kern="1200" dirty="0">
            <a:latin typeface="Times New Roman" panose="02020603050405020304" pitchFamily="18" charset="0"/>
            <a:cs typeface="Times New Roman" panose="02020603050405020304" pitchFamily="18" charset="0"/>
          </a:endParaRPr>
        </a:p>
      </dsp:txBody>
      <dsp:txXfrm>
        <a:off x="1642271" y="1738017"/>
        <a:ext cx="5996201" cy="296903"/>
      </dsp:txXfrm>
    </dsp:sp>
    <dsp:sp modelId="{52D4FA80-42E8-4447-9673-9EDAB691630A}">
      <dsp:nvSpPr>
        <dsp:cNvPr id="0" name=""/>
        <dsp:cNvSpPr/>
      </dsp:nvSpPr>
      <dsp:spPr>
        <a:xfrm>
          <a:off x="1527694" y="2034921"/>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ECDED7-5521-4E0B-8BF3-D719597053E7}">
      <dsp:nvSpPr>
        <dsp:cNvPr id="0" name=""/>
        <dsp:cNvSpPr/>
      </dsp:nvSpPr>
      <dsp:spPr>
        <a:xfrm>
          <a:off x="1642271" y="2049766"/>
          <a:ext cx="5996201" cy="536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Check that everything was entered correctly — the date is in the right format, the amount is a positive number, and the type is either "Income" or "Expense."</a:t>
          </a:r>
          <a:endParaRPr lang="en-IN" sz="1400" kern="1200" dirty="0">
            <a:latin typeface="Times New Roman" panose="02020603050405020304" pitchFamily="18" charset="0"/>
            <a:cs typeface="Times New Roman" panose="02020603050405020304" pitchFamily="18" charset="0"/>
          </a:endParaRPr>
        </a:p>
      </dsp:txBody>
      <dsp:txXfrm>
        <a:off x="1642271" y="2049766"/>
        <a:ext cx="5996201" cy="536880"/>
      </dsp:txXfrm>
    </dsp:sp>
    <dsp:sp modelId="{6EB75B8E-9088-4D89-9A8F-7B9653FD3AA0}">
      <dsp:nvSpPr>
        <dsp:cNvPr id="0" name=""/>
        <dsp:cNvSpPr/>
      </dsp:nvSpPr>
      <dsp:spPr>
        <a:xfrm>
          <a:off x="1527694" y="2586647"/>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7054301-83B5-4B1A-AF5D-E7998448F7FB}">
      <dsp:nvSpPr>
        <dsp:cNvPr id="0" name=""/>
        <dsp:cNvSpPr/>
      </dsp:nvSpPr>
      <dsp:spPr>
        <a:xfrm>
          <a:off x="1642271" y="2601492"/>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something is wrong, tell the user what's wrong and ask them to enter it again.</a:t>
          </a:r>
          <a:endParaRPr lang="en-IN" sz="1400" kern="1200" dirty="0">
            <a:latin typeface="Times New Roman" panose="02020603050405020304" pitchFamily="18" charset="0"/>
            <a:cs typeface="Times New Roman" panose="02020603050405020304" pitchFamily="18" charset="0"/>
          </a:endParaRPr>
        </a:p>
      </dsp:txBody>
      <dsp:txXfrm>
        <a:off x="1642271" y="2601492"/>
        <a:ext cx="5996201" cy="296903"/>
      </dsp:txXfrm>
    </dsp:sp>
    <dsp:sp modelId="{100417DD-30BD-4B81-AFCE-EFDB5D2AE27A}">
      <dsp:nvSpPr>
        <dsp:cNvPr id="0" name=""/>
        <dsp:cNvSpPr/>
      </dsp:nvSpPr>
      <dsp:spPr>
        <a:xfrm>
          <a:off x="1527694" y="2898395"/>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0FF1AC0-1162-46A6-AA1C-6A3CE2964355}">
      <dsp:nvSpPr>
        <dsp:cNvPr id="0" name=""/>
        <dsp:cNvSpPr/>
      </dsp:nvSpPr>
      <dsp:spPr>
        <a:xfrm>
          <a:off x="1642271" y="2913240"/>
          <a:ext cx="5996201" cy="52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Once everything checks out, save this new entry into the file and show a "Transaction added successfully" message.</a:t>
          </a:r>
          <a:endParaRPr lang="en-IN" sz="1400" kern="1200" dirty="0">
            <a:latin typeface="Times New Roman" panose="02020603050405020304" pitchFamily="18" charset="0"/>
            <a:cs typeface="Times New Roman" panose="02020603050405020304" pitchFamily="18" charset="0"/>
          </a:endParaRPr>
        </a:p>
      </dsp:txBody>
      <dsp:txXfrm>
        <a:off x="1642271" y="2913240"/>
        <a:ext cx="5996201" cy="528941"/>
      </dsp:txXfrm>
    </dsp:sp>
    <dsp:sp modelId="{9D2ECC15-7A75-43F9-8A41-A1B3BBDA98F4}">
      <dsp:nvSpPr>
        <dsp:cNvPr id="0" name=""/>
        <dsp:cNvSpPr/>
      </dsp:nvSpPr>
      <dsp:spPr>
        <a:xfrm>
          <a:off x="1527694" y="344218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FED8DE-C95D-42F1-8F90-0DA00E97D1FF}">
      <dsp:nvSpPr>
        <dsp:cNvPr id="0" name=""/>
        <dsp:cNvSpPr/>
      </dsp:nvSpPr>
      <dsp:spPr>
        <a:xfrm>
          <a:off x="1642271" y="3457027"/>
          <a:ext cx="5996201" cy="5432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picks View, Update, Delete, or Reports, show a message saying that feature is coming in the next stage of the project.</a:t>
          </a:r>
          <a:endParaRPr lang="en-IN" sz="1400" kern="1200" dirty="0">
            <a:latin typeface="Times New Roman" panose="02020603050405020304" pitchFamily="18" charset="0"/>
            <a:cs typeface="Times New Roman" panose="02020603050405020304" pitchFamily="18" charset="0"/>
          </a:endParaRPr>
        </a:p>
      </dsp:txBody>
      <dsp:txXfrm>
        <a:off x="1642271" y="3457027"/>
        <a:ext cx="5996201" cy="543297"/>
      </dsp:txXfrm>
    </dsp:sp>
    <dsp:sp modelId="{F9E2361C-D0FD-4CC4-BB1E-028721CCDC86}">
      <dsp:nvSpPr>
        <dsp:cNvPr id="0" name=""/>
        <dsp:cNvSpPr/>
      </dsp:nvSpPr>
      <dsp:spPr>
        <a:xfrm>
          <a:off x="1527694" y="4017184"/>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D5B13E-F569-4D26-BEAB-65EB00E272A8}">
      <dsp:nvSpPr>
        <dsp:cNvPr id="0" name=""/>
        <dsp:cNvSpPr/>
      </dsp:nvSpPr>
      <dsp:spPr>
        <a:xfrm>
          <a:off x="1642271" y="4015169"/>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chooses Exit, save everything and close the program.</a:t>
          </a:r>
          <a:endParaRPr lang="en-IN" sz="1400" kern="1200" dirty="0">
            <a:latin typeface="Times New Roman" panose="02020603050405020304" pitchFamily="18" charset="0"/>
            <a:cs typeface="Times New Roman" panose="02020603050405020304" pitchFamily="18" charset="0"/>
          </a:endParaRPr>
        </a:p>
      </dsp:txBody>
      <dsp:txXfrm>
        <a:off x="1642271" y="4015169"/>
        <a:ext cx="5996201" cy="296903"/>
      </dsp:txXfrm>
    </dsp:sp>
    <dsp:sp modelId="{902D34B0-FD59-4DFF-AFF1-173331A182B4}">
      <dsp:nvSpPr>
        <dsp:cNvPr id="0" name=""/>
        <dsp:cNvSpPr/>
      </dsp:nvSpPr>
      <dsp:spPr>
        <a:xfrm>
          <a:off x="1527694" y="431207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86CD457-B699-4036-A11A-7A316A21F8E5}">
      <dsp:nvSpPr>
        <dsp:cNvPr id="0" name=""/>
        <dsp:cNvSpPr/>
      </dsp:nvSpPr>
      <dsp:spPr>
        <a:xfrm>
          <a:off x="1642271" y="4326918"/>
          <a:ext cx="5996201" cy="591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If the user enters something that isn't a valid option, show an error and bring the menu back up.</a:t>
          </a:r>
          <a:endParaRPr lang="en-IN" sz="1400" kern="1200" dirty="0">
            <a:latin typeface="Times New Roman" panose="02020603050405020304" pitchFamily="18" charset="0"/>
            <a:cs typeface="Times New Roman" panose="02020603050405020304" pitchFamily="18" charset="0"/>
          </a:endParaRPr>
        </a:p>
      </dsp:txBody>
      <dsp:txXfrm>
        <a:off x="1642271" y="4326918"/>
        <a:ext cx="5996201" cy="591154"/>
      </dsp:txXfrm>
    </dsp:sp>
    <dsp:sp modelId="{7237E8CB-D770-435E-A338-A2A954FC7BAF}">
      <dsp:nvSpPr>
        <dsp:cNvPr id="0" name=""/>
        <dsp:cNvSpPr/>
      </dsp:nvSpPr>
      <dsp:spPr>
        <a:xfrm>
          <a:off x="1527694" y="4918072"/>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B45641-6F52-4734-A303-29992C05100F}">
      <dsp:nvSpPr>
        <dsp:cNvPr id="0" name=""/>
        <dsp:cNvSpPr/>
      </dsp:nvSpPr>
      <dsp:spPr>
        <a:xfrm>
          <a:off x="1642271" y="4932918"/>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kern="1200" dirty="0">
              <a:latin typeface="Times New Roman" panose="02020603050405020304" pitchFamily="18" charset="0"/>
              <a:cs typeface="Times New Roman" panose="02020603050405020304" pitchFamily="18" charset="0"/>
            </a:rPr>
            <a:t>Keep repeating steps 3 to 8 until the user exits.</a:t>
          </a:r>
        </a:p>
      </dsp:txBody>
      <dsp:txXfrm>
        <a:off x="1642271" y="4932918"/>
        <a:ext cx="5996201" cy="296903"/>
      </dsp:txXfrm>
    </dsp:sp>
    <dsp:sp modelId="{532E47B9-3FD7-4203-B08D-4AA0A1E40032}">
      <dsp:nvSpPr>
        <dsp:cNvPr id="0" name=""/>
        <dsp:cNvSpPr/>
      </dsp:nvSpPr>
      <dsp:spPr>
        <a:xfrm>
          <a:off x="1527694" y="5229821"/>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33003D-DA84-4084-9323-D735EC460BF5}">
      <dsp:nvSpPr>
        <dsp:cNvPr id="0" name=""/>
        <dsp:cNvSpPr/>
      </dsp:nvSpPr>
      <dsp:spPr>
        <a:xfrm>
          <a:off x="1642271" y="5244666"/>
          <a:ext cx="5996201" cy="296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End</a:t>
          </a:r>
          <a:endParaRPr lang="en-IN" sz="1200" kern="1200" dirty="0">
            <a:latin typeface="Times New Roman" panose="02020603050405020304" pitchFamily="18" charset="0"/>
            <a:cs typeface="Times New Roman" panose="02020603050405020304" pitchFamily="18" charset="0"/>
          </a:endParaRPr>
        </a:p>
      </dsp:txBody>
      <dsp:txXfrm>
        <a:off x="1642271" y="5244666"/>
        <a:ext cx="5996201" cy="296903"/>
      </dsp:txXfrm>
    </dsp:sp>
    <dsp:sp modelId="{2F59D2D6-F2F7-46A5-B27B-9D507823CD7E}">
      <dsp:nvSpPr>
        <dsp:cNvPr id="0" name=""/>
        <dsp:cNvSpPr/>
      </dsp:nvSpPr>
      <dsp:spPr>
        <a:xfrm>
          <a:off x="1527694" y="5541569"/>
          <a:ext cx="6110778" cy="0"/>
        </a:xfrm>
        <a:prstGeom prst="line">
          <a:avLst/>
        </a:prstGeom>
        <a:solidFill>
          <a:schemeClr val="accent4">
            <a:hueOff val="0"/>
            <a:satOff val="0"/>
            <a:lumOff val="0"/>
            <a:alphaOff val="0"/>
          </a:schemeClr>
        </a:solidFill>
        <a:ln w="25400" cap="flat" cmpd="sng" algn="ctr">
          <a:solidFill>
            <a:schemeClr val="accent4">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B184C8-6DED-4A40-AC64-77635DD30B6F}">
      <dsp:nvSpPr>
        <dsp:cNvPr id="0" name=""/>
        <dsp:cNvSpPr/>
      </dsp:nvSpPr>
      <dsp:spPr>
        <a:xfrm>
          <a:off x="0" y="262467"/>
          <a:ext cx="8046720" cy="403200"/>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47B28FC-54BA-4CC1-8159-749E78C54003}">
      <dsp:nvSpPr>
        <dsp:cNvPr id="0" name=""/>
        <dsp:cNvSpPr/>
      </dsp:nvSpPr>
      <dsp:spPr>
        <a:xfrm>
          <a:off x="402336" y="26307"/>
          <a:ext cx="5632704" cy="472320"/>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csv library</a:t>
          </a:r>
          <a:r>
            <a:rPr lang="en-IN" sz="1600" kern="1200" dirty="0">
              <a:latin typeface="Times New Roman" panose="02020603050405020304" pitchFamily="18" charset="0"/>
              <a:cs typeface="Times New Roman" panose="02020603050405020304" pitchFamily="18" charset="0"/>
            </a:rPr>
            <a:t> — writes each transaction as a clean, structured row so the data can be read by Excel or Python itself.</a:t>
          </a:r>
          <a:endParaRPr lang="en-IN" sz="1600" kern="1200" dirty="0"/>
        </a:p>
      </dsp:txBody>
      <dsp:txXfrm>
        <a:off x="425393" y="49364"/>
        <a:ext cx="5586590" cy="426206"/>
      </dsp:txXfrm>
    </dsp:sp>
    <dsp:sp modelId="{F4A364E3-2093-4BFE-9078-C8807962FD8F}">
      <dsp:nvSpPr>
        <dsp:cNvPr id="0" name=""/>
        <dsp:cNvSpPr/>
      </dsp:nvSpPr>
      <dsp:spPr>
        <a:xfrm>
          <a:off x="0" y="988227"/>
          <a:ext cx="8046720" cy="403200"/>
        </a:xfrm>
        <a:prstGeom prst="rect">
          <a:avLst/>
        </a:prstGeom>
        <a:solidFill>
          <a:schemeClr val="lt1">
            <a:alpha val="90000"/>
            <a:hueOff val="0"/>
            <a:satOff val="0"/>
            <a:lumOff val="0"/>
            <a:alphaOff val="0"/>
          </a:schemeClr>
        </a:solidFill>
        <a:ln w="9525" cap="flat" cmpd="sng" algn="ctr">
          <a:solidFill>
            <a:schemeClr val="accent4">
              <a:hueOff val="-744128"/>
              <a:satOff val="4483"/>
              <a:lumOff val="359"/>
              <a:alphaOff val="0"/>
            </a:schemeClr>
          </a:solidFill>
          <a:prstDash val="solid"/>
        </a:ln>
        <a:effectLst/>
      </dsp:spPr>
      <dsp:style>
        <a:lnRef idx="1">
          <a:scrgbClr r="0" g="0" b="0"/>
        </a:lnRef>
        <a:fillRef idx="1">
          <a:scrgbClr r="0" g="0" b="0"/>
        </a:fillRef>
        <a:effectRef idx="0">
          <a:scrgbClr r="0" g="0" b="0"/>
        </a:effectRef>
        <a:fontRef idx="minor"/>
      </dsp:style>
    </dsp:sp>
    <dsp:sp modelId="{7A4D6FF1-97A1-43E9-8DFA-E8A43A35F5CB}">
      <dsp:nvSpPr>
        <dsp:cNvPr id="0" name=""/>
        <dsp:cNvSpPr/>
      </dsp:nvSpPr>
      <dsp:spPr>
        <a:xfrm>
          <a:off x="402336" y="752068"/>
          <a:ext cx="5632704" cy="472320"/>
        </a:xfrm>
        <a:prstGeom prst="roundRect">
          <a:avLst/>
        </a:prstGeom>
        <a:gradFill rotWithShape="0">
          <a:gsLst>
            <a:gs pos="0">
              <a:schemeClr val="accent4">
                <a:hueOff val="-744128"/>
                <a:satOff val="4483"/>
                <a:lumOff val="359"/>
                <a:alphaOff val="0"/>
                <a:tint val="50000"/>
                <a:satMod val="300000"/>
              </a:schemeClr>
            </a:gs>
            <a:gs pos="35000">
              <a:schemeClr val="accent4">
                <a:hueOff val="-744128"/>
                <a:satOff val="4483"/>
                <a:lumOff val="359"/>
                <a:alphaOff val="0"/>
                <a:tint val="37000"/>
                <a:satMod val="300000"/>
              </a:schemeClr>
            </a:gs>
            <a:gs pos="100000">
              <a:schemeClr val="accent4">
                <a:hueOff val="-744128"/>
                <a:satOff val="4483"/>
                <a:lumOff val="35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err="1">
              <a:latin typeface="Times New Roman" panose="02020603050405020304" pitchFamily="18" charset="0"/>
              <a:cs typeface="Times New Roman" panose="02020603050405020304" pitchFamily="18" charset="0"/>
            </a:rPr>
            <a:t>os</a:t>
          </a:r>
          <a:r>
            <a:rPr lang="en-IN" sz="1600" b="1" kern="1200" dirty="0">
              <a:latin typeface="Times New Roman" panose="02020603050405020304" pitchFamily="18" charset="0"/>
              <a:cs typeface="Times New Roman" panose="02020603050405020304" pitchFamily="18" charset="0"/>
            </a:rPr>
            <a:t> library</a:t>
          </a:r>
          <a:r>
            <a:rPr lang="en-IN" sz="1600" kern="1200" dirty="0">
              <a:latin typeface="Times New Roman" panose="02020603050405020304" pitchFamily="18" charset="0"/>
              <a:cs typeface="Times New Roman" panose="02020603050405020304" pitchFamily="18" charset="0"/>
            </a:rPr>
            <a:t> — checks if expenses.csv already exists, so old data is never overwritten on restart.</a:t>
          </a:r>
          <a:endParaRPr lang="en-IN" sz="1600" kern="1200" dirty="0"/>
        </a:p>
      </dsp:txBody>
      <dsp:txXfrm>
        <a:off x="425393" y="775125"/>
        <a:ext cx="5586590" cy="426206"/>
      </dsp:txXfrm>
    </dsp:sp>
    <dsp:sp modelId="{92C78A84-3CBC-4CEA-9BB0-F1924D2E76DD}">
      <dsp:nvSpPr>
        <dsp:cNvPr id="0" name=""/>
        <dsp:cNvSpPr/>
      </dsp:nvSpPr>
      <dsp:spPr>
        <a:xfrm>
          <a:off x="0" y="1713987"/>
          <a:ext cx="8046720" cy="403200"/>
        </a:xfrm>
        <a:prstGeom prst="rect">
          <a:avLst/>
        </a:prstGeom>
        <a:solidFill>
          <a:schemeClr val="lt1">
            <a:alpha val="90000"/>
            <a:hueOff val="0"/>
            <a:satOff val="0"/>
            <a:lumOff val="0"/>
            <a:alphaOff val="0"/>
          </a:schemeClr>
        </a:solidFill>
        <a:ln w="9525" cap="flat" cmpd="sng" algn="ctr">
          <a:solidFill>
            <a:schemeClr val="accent4">
              <a:hueOff val="-1488257"/>
              <a:satOff val="8966"/>
              <a:lumOff val="719"/>
              <a:alphaOff val="0"/>
            </a:schemeClr>
          </a:solidFill>
          <a:prstDash val="solid"/>
        </a:ln>
        <a:effectLst/>
      </dsp:spPr>
      <dsp:style>
        <a:lnRef idx="1">
          <a:scrgbClr r="0" g="0" b="0"/>
        </a:lnRef>
        <a:fillRef idx="1">
          <a:scrgbClr r="0" g="0" b="0"/>
        </a:fillRef>
        <a:effectRef idx="0">
          <a:scrgbClr r="0" g="0" b="0"/>
        </a:effectRef>
        <a:fontRef idx="minor"/>
      </dsp:style>
    </dsp:sp>
    <dsp:sp modelId="{5A1580D1-1A91-49D3-B467-2506A840D7D3}">
      <dsp:nvSpPr>
        <dsp:cNvPr id="0" name=""/>
        <dsp:cNvSpPr/>
      </dsp:nvSpPr>
      <dsp:spPr>
        <a:xfrm>
          <a:off x="402336" y="1477827"/>
          <a:ext cx="5632704" cy="472320"/>
        </a:xfrm>
        <a:prstGeom prst="roundRect">
          <a:avLst/>
        </a:prstGeom>
        <a:gradFill rotWithShape="0">
          <a:gsLst>
            <a:gs pos="0">
              <a:schemeClr val="accent4">
                <a:hueOff val="-1488257"/>
                <a:satOff val="8966"/>
                <a:lumOff val="719"/>
                <a:alphaOff val="0"/>
                <a:tint val="50000"/>
                <a:satMod val="300000"/>
              </a:schemeClr>
            </a:gs>
            <a:gs pos="35000">
              <a:schemeClr val="accent4">
                <a:hueOff val="-1488257"/>
                <a:satOff val="8966"/>
                <a:lumOff val="719"/>
                <a:alphaOff val="0"/>
                <a:tint val="37000"/>
                <a:satMod val="300000"/>
              </a:schemeClr>
            </a:gs>
            <a:gs pos="100000">
              <a:schemeClr val="accent4">
                <a:hueOff val="-1488257"/>
                <a:satOff val="8966"/>
                <a:lumOff val="71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Functions</a:t>
          </a:r>
          <a:r>
            <a:rPr lang="en-IN" sz="1600" kern="1200" dirty="0">
              <a:latin typeface="Times New Roman" panose="02020603050405020304" pitchFamily="18" charset="0"/>
              <a:cs typeface="Times New Roman" panose="02020603050405020304" pitchFamily="18" charset="0"/>
            </a:rPr>
            <a:t> — the program is split into small tasks (</a:t>
          </a:r>
          <a:r>
            <a:rPr lang="en-IN" sz="1600" kern="1200" dirty="0" err="1">
              <a:latin typeface="Times New Roman" panose="02020603050405020304" pitchFamily="18" charset="0"/>
              <a:cs typeface="Times New Roman" panose="02020603050405020304" pitchFamily="18" charset="0"/>
            </a:rPr>
            <a:t>add_transaction</a:t>
          </a:r>
          <a:r>
            <a:rPr lang="en-IN" sz="1600" kern="1200" dirty="0">
              <a:latin typeface="Times New Roman" panose="02020603050405020304" pitchFamily="18" charset="0"/>
              <a:cs typeface="Times New Roman" panose="02020603050405020304" pitchFamily="18" charset="0"/>
            </a:rPr>
            <a:t>(), </a:t>
          </a:r>
          <a:r>
            <a:rPr lang="en-IN" sz="1600" kern="1200" dirty="0" err="1">
              <a:latin typeface="Times New Roman" panose="02020603050405020304" pitchFamily="18" charset="0"/>
              <a:cs typeface="Times New Roman" panose="02020603050405020304" pitchFamily="18" charset="0"/>
            </a:rPr>
            <a:t>display_menu</a:t>
          </a:r>
          <a:r>
            <a:rPr lang="en-IN" sz="1600" kern="1200" dirty="0">
              <a:latin typeface="Times New Roman" panose="02020603050405020304" pitchFamily="18" charset="0"/>
              <a:cs typeface="Times New Roman" panose="02020603050405020304" pitchFamily="18" charset="0"/>
            </a:rPr>
            <a:t>(), etc.), each doing one job.</a:t>
          </a:r>
          <a:endParaRPr lang="en-IN" sz="1600" kern="1200" dirty="0"/>
        </a:p>
      </dsp:txBody>
      <dsp:txXfrm>
        <a:off x="425393" y="1500884"/>
        <a:ext cx="5586590" cy="426206"/>
      </dsp:txXfrm>
    </dsp:sp>
    <dsp:sp modelId="{41398038-045D-44AF-83AB-FB5925C80799}">
      <dsp:nvSpPr>
        <dsp:cNvPr id="0" name=""/>
        <dsp:cNvSpPr/>
      </dsp:nvSpPr>
      <dsp:spPr>
        <a:xfrm>
          <a:off x="0" y="2439747"/>
          <a:ext cx="8046720" cy="403200"/>
        </a:xfrm>
        <a:prstGeom prst="rect">
          <a:avLst/>
        </a:prstGeom>
        <a:solidFill>
          <a:schemeClr val="lt1">
            <a:alpha val="90000"/>
            <a:hueOff val="0"/>
            <a:satOff val="0"/>
            <a:lumOff val="0"/>
            <a:alphaOff val="0"/>
          </a:schemeClr>
        </a:solidFill>
        <a:ln w="9525" cap="flat" cmpd="sng" algn="ctr">
          <a:solidFill>
            <a:schemeClr val="accent4">
              <a:hueOff val="-2232385"/>
              <a:satOff val="13449"/>
              <a:lumOff val="1078"/>
              <a:alphaOff val="0"/>
            </a:schemeClr>
          </a:solidFill>
          <a:prstDash val="solid"/>
        </a:ln>
        <a:effectLst/>
      </dsp:spPr>
      <dsp:style>
        <a:lnRef idx="1">
          <a:scrgbClr r="0" g="0" b="0"/>
        </a:lnRef>
        <a:fillRef idx="1">
          <a:scrgbClr r="0" g="0" b="0"/>
        </a:fillRef>
        <a:effectRef idx="0">
          <a:scrgbClr r="0" g="0" b="0"/>
        </a:effectRef>
        <a:fontRef idx="minor"/>
      </dsp:style>
    </dsp:sp>
    <dsp:sp modelId="{9AE25480-E4E5-43FB-9AC5-0DF6A401CA1F}">
      <dsp:nvSpPr>
        <dsp:cNvPr id="0" name=""/>
        <dsp:cNvSpPr/>
      </dsp:nvSpPr>
      <dsp:spPr>
        <a:xfrm>
          <a:off x="402336" y="2203587"/>
          <a:ext cx="5632704" cy="472320"/>
        </a:xfrm>
        <a:prstGeom prst="roundRect">
          <a:avLst/>
        </a:prstGeom>
        <a:gradFill rotWithShape="0">
          <a:gsLst>
            <a:gs pos="0">
              <a:schemeClr val="accent4">
                <a:hueOff val="-2232385"/>
                <a:satOff val="13449"/>
                <a:lumOff val="1078"/>
                <a:alphaOff val="0"/>
                <a:tint val="50000"/>
                <a:satMod val="300000"/>
              </a:schemeClr>
            </a:gs>
            <a:gs pos="35000">
              <a:schemeClr val="accent4">
                <a:hueOff val="-2232385"/>
                <a:satOff val="13449"/>
                <a:lumOff val="1078"/>
                <a:alphaOff val="0"/>
                <a:tint val="37000"/>
                <a:satMod val="300000"/>
              </a:schemeClr>
            </a:gs>
            <a:gs pos="100000">
              <a:schemeClr val="accent4">
                <a:hueOff val="-2232385"/>
                <a:satOff val="13449"/>
                <a:lumOff val="107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Functions</a:t>
          </a:r>
          <a:r>
            <a:rPr lang="en-IN" sz="1600" kern="1200" dirty="0">
              <a:latin typeface="Times New Roman" panose="02020603050405020304" pitchFamily="18" charset="0"/>
              <a:cs typeface="Times New Roman" panose="02020603050405020304" pitchFamily="18" charset="0"/>
            </a:rPr>
            <a:t> — the program is split into small tasks (</a:t>
          </a:r>
          <a:r>
            <a:rPr lang="en-IN" sz="1600" kern="1200" dirty="0" err="1">
              <a:latin typeface="Times New Roman" panose="02020603050405020304" pitchFamily="18" charset="0"/>
              <a:cs typeface="Times New Roman" panose="02020603050405020304" pitchFamily="18" charset="0"/>
            </a:rPr>
            <a:t>add_transaction</a:t>
          </a:r>
          <a:r>
            <a:rPr lang="en-IN" sz="1600" kern="1200" dirty="0">
              <a:latin typeface="Times New Roman" panose="02020603050405020304" pitchFamily="18" charset="0"/>
              <a:cs typeface="Times New Roman" panose="02020603050405020304" pitchFamily="18" charset="0"/>
            </a:rPr>
            <a:t>(), </a:t>
          </a:r>
          <a:r>
            <a:rPr lang="en-IN" sz="1600" kern="1200" dirty="0" err="1">
              <a:latin typeface="Times New Roman" panose="02020603050405020304" pitchFamily="18" charset="0"/>
              <a:cs typeface="Times New Roman" panose="02020603050405020304" pitchFamily="18" charset="0"/>
            </a:rPr>
            <a:t>display_menu</a:t>
          </a:r>
          <a:r>
            <a:rPr lang="en-IN" sz="1600" kern="1200" dirty="0">
              <a:latin typeface="Times New Roman" panose="02020603050405020304" pitchFamily="18" charset="0"/>
              <a:cs typeface="Times New Roman" panose="02020603050405020304" pitchFamily="18" charset="0"/>
            </a:rPr>
            <a:t>(), etc.), each doing one job.</a:t>
          </a:r>
          <a:endParaRPr lang="en-IN" sz="1600" kern="1200" dirty="0"/>
        </a:p>
      </dsp:txBody>
      <dsp:txXfrm>
        <a:off x="425393" y="2226644"/>
        <a:ext cx="5586590" cy="426206"/>
      </dsp:txXfrm>
    </dsp:sp>
    <dsp:sp modelId="{7114CCFB-CC37-41E8-A5FA-B01222A34277}">
      <dsp:nvSpPr>
        <dsp:cNvPr id="0" name=""/>
        <dsp:cNvSpPr/>
      </dsp:nvSpPr>
      <dsp:spPr>
        <a:xfrm>
          <a:off x="0" y="3165508"/>
          <a:ext cx="8046720" cy="403200"/>
        </a:xfrm>
        <a:prstGeom prst="rect">
          <a:avLst/>
        </a:prstGeom>
        <a:solidFill>
          <a:schemeClr val="lt1">
            <a:alpha val="90000"/>
            <a:hueOff val="0"/>
            <a:satOff val="0"/>
            <a:lumOff val="0"/>
            <a:alphaOff val="0"/>
          </a:schemeClr>
        </a:solidFill>
        <a:ln w="9525" cap="flat" cmpd="sng" algn="ctr">
          <a:solidFill>
            <a:schemeClr val="accent4">
              <a:hueOff val="-2976513"/>
              <a:satOff val="17933"/>
              <a:lumOff val="1437"/>
              <a:alphaOff val="0"/>
            </a:schemeClr>
          </a:solidFill>
          <a:prstDash val="solid"/>
        </a:ln>
        <a:effectLst/>
      </dsp:spPr>
      <dsp:style>
        <a:lnRef idx="1">
          <a:scrgbClr r="0" g="0" b="0"/>
        </a:lnRef>
        <a:fillRef idx="1">
          <a:scrgbClr r="0" g="0" b="0"/>
        </a:fillRef>
        <a:effectRef idx="0">
          <a:scrgbClr r="0" g="0" b="0"/>
        </a:effectRef>
        <a:fontRef idx="minor"/>
      </dsp:style>
    </dsp:sp>
    <dsp:sp modelId="{65A80F43-E256-4FC3-A4B4-7E891786BFF3}">
      <dsp:nvSpPr>
        <dsp:cNvPr id="0" name=""/>
        <dsp:cNvSpPr/>
      </dsp:nvSpPr>
      <dsp:spPr>
        <a:xfrm>
          <a:off x="402336" y="2929348"/>
          <a:ext cx="5632704" cy="472320"/>
        </a:xfrm>
        <a:prstGeom prst="roundRect">
          <a:avLst/>
        </a:prstGeom>
        <a:gradFill rotWithShape="0">
          <a:gsLst>
            <a:gs pos="0">
              <a:schemeClr val="accent4">
                <a:hueOff val="-2976513"/>
                <a:satOff val="17933"/>
                <a:lumOff val="1437"/>
                <a:alphaOff val="0"/>
                <a:tint val="50000"/>
                <a:satMod val="300000"/>
              </a:schemeClr>
            </a:gs>
            <a:gs pos="35000">
              <a:schemeClr val="accent4">
                <a:hueOff val="-2976513"/>
                <a:satOff val="17933"/>
                <a:lumOff val="1437"/>
                <a:alphaOff val="0"/>
                <a:tint val="37000"/>
                <a:satMod val="300000"/>
              </a:schemeClr>
            </a:gs>
            <a:gs pos="100000">
              <a:schemeClr val="accent4">
                <a:hueOff val="-2976513"/>
                <a:satOff val="17933"/>
                <a:lumOff val="143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If-</a:t>
          </a:r>
          <a:r>
            <a:rPr lang="en-IN" sz="1600" b="1" kern="1200" dirty="0" err="1">
              <a:latin typeface="Times New Roman" panose="02020603050405020304" pitchFamily="18" charset="0"/>
              <a:cs typeface="Times New Roman" panose="02020603050405020304" pitchFamily="18" charset="0"/>
            </a:rPr>
            <a:t>elif</a:t>
          </a:r>
          <a:r>
            <a:rPr lang="en-IN" sz="1600" b="1" kern="1200" dirty="0">
              <a:latin typeface="Times New Roman" panose="02020603050405020304" pitchFamily="18" charset="0"/>
              <a:cs typeface="Times New Roman" panose="02020603050405020304" pitchFamily="18" charset="0"/>
            </a:rPr>
            <a:t>-else</a:t>
          </a:r>
          <a:r>
            <a:rPr lang="en-IN" sz="1600" kern="1200" dirty="0">
              <a:latin typeface="Times New Roman" panose="02020603050405020304" pitchFamily="18" charset="0"/>
              <a:cs typeface="Times New Roman" panose="02020603050405020304" pitchFamily="18" charset="0"/>
            </a:rPr>
            <a:t> — decides what to do based on the user's menu choice and checks the entry type is valid.</a:t>
          </a:r>
          <a:endParaRPr lang="en-IN" sz="1600" kern="1200" dirty="0"/>
        </a:p>
      </dsp:txBody>
      <dsp:txXfrm>
        <a:off x="425393" y="2952405"/>
        <a:ext cx="5586590" cy="426206"/>
      </dsp:txXfrm>
    </dsp:sp>
    <dsp:sp modelId="{F34E311C-B988-45B4-A8A1-FC822DF61A79}">
      <dsp:nvSpPr>
        <dsp:cNvPr id="0" name=""/>
        <dsp:cNvSpPr/>
      </dsp:nvSpPr>
      <dsp:spPr>
        <a:xfrm>
          <a:off x="0" y="3891268"/>
          <a:ext cx="8046720" cy="403200"/>
        </a:xfrm>
        <a:prstGeom prst="rect">
          <a:avLst/>
        </a:prstGeom>
        <a:solidFill>
          <a:schemeClr val="lt1">
            <a:alpha val="90000"/>
            <a:hueOff val="0"/>
            <a:satOff val="0"/>
            <a:lumOff val="0"/>
            <a:alphaOff val="0"/>
          </a:schemeClr>
        </a:solidFill>
        <a:ln w="9525" cap="flat" cmpd="sng" algn="ctr">
          <a:solidFill>
            <a:schemeClr val="accent4">
              <a:hueOff val="-3720641"/>
              <a:satOff val="22416"/>
              <a:lumOff val="1797"/>
              <a:alphaOff val="0"/>
            </a:schemeClr>
          </a:solidFill>
          <a:prstDash val="solid"/>
        </a:ln>
        <a:effectLst/>
      </dsp:spPr>
      <dsp:style>
        <a:lnRef idx="1">
          <a:scrgbClr r="0" g="0" b="0"/>
        </a:lnRef>
        <a:fillRef idx="1">
          <a:scrgbClr r="0" g="0" b="0"/>
        </a:fillRef>
        <a:effectRef idx="0">
          <a:scrgbClr r="0" g="0" b="0"/>
        </a:effectRef>
        <a:fontRef idx="minor"/>
      </dsp:style>
    </dsp:sp>
    <dsp:sp modelId="{48D9DA8B-57CE-438D-83AC-D9E5F6C6F397}">
      <dsp:nvSpPr>
        <dsp:cNvPr id="0" name=""/>
        <dsp:cNvSpPr/>
      </dsp:nvSpPr>
      <dsp:spPr>
        <a:xfrm>
          <a:off x="402336" y="3655108"/>
          <a:ext cx="5632704" cy="472320"/>
        </a:xfrm>
        <a:prstGeom prst="roundRect">
          <a:avLst/>
        </a:prstGeom>
        <a:gradFill rotWithShape="0">
          <a:gsLst>
            <a:gs pos="0">
              <a:schemeClr val="accent4">
                <a:hueOff val="-3720641"/>
                <a:satOff val="22416"/>
                <a:lumOff val="1797"/>
                <a:alphaOff val="0"/>
                <a:tint val="50000"/>
                <a:satMod val="300000"/>
              </a:schemeClr>
            </a:gs>
            <a:gs pos="35000">
              <a:schemeClr val="accent4">
                <a:hueOff val="-3720641"/>
                <a:satOff val="22416"/>
                <a:lumOff val="1797"/>
                <a:alphaOff val="0"/>
                <a:tint val="37000"/>
                <a:satMod val="300000"/>
              </a:schemeClr>
            </a:gs>
            <a:gs pos="100000">
              <a:schemeClr val="accent4">
                <a:hueOff val="-3720641"/>
                <a:satOff val="22416"/>
                <a:lumOff val="179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Try-except</a:t>
          </a:r>
          <a:r>
            <a:rPr lang="en-IN" sz="1600" kern="1200" dirty="0">
              <a:latin typeface="Times New Roman" panose="02020603050405020304" pitchFamily="18" charset="0"/>
              <a:cs typeface="Times New Roman" panose="02020603050405020304" pitchFamily="18" charset="0"/>
            </a:rPr>
            <a:t> — catches invalid input (like typing text instead of a number) so the program doesn't crash.</a:t>
          </a:r>
          <a:endParaRPr lang="en-IN" sz="1600" kern="1200" dirty="0"/>
        </a:p>
      </dsp:txBody>
      <dsp:txXfrm>
        <a:off x="425393" y="3678165"/>
        <a:ext cx="5586590" cy="426206"/>
      </dsp:txXfrm>
    </dsp:sp>
    <dsp:sp modelId="{6107263D-7EF1-46BA-A90A-D8212C0C4CCA}">
      <dsp:nvSpPr>
        <dsp:cNvPr id="0" name=""/>
        <dsp:cNvSpPr/>
      </dsp:nvSpPr>
      <dsp:spPr>
        <a:xfrm>
          <a:off x="0" y="4617028"/>
          <a:ext cx="8046720" cy="403200"/>
        </a:xfrm>
        <a:prstGeom prst="rect">
          <a:avLst/>
        </a:prstGeom>
        <a:solidFill>
          <a:schemeClr val="lt1">
            <a:alpha val="90000"/>
            <a:hueOff val="0"/>
            <a:satOff val="0"/>
            <a:lumOff val="0"/>
            <a:alphaOff val="0"/>
          </a:schemeClr>
        </a:solidFill>
        <a:ln w="9525" cap="flat" cmpd="sng" algn="ctr">
          <a:solidFill>
            <a:schemeClr val="accent4">
              <a:hueOff val="-4464770"/>
              <a:satOff val="26899"/>
              <a:lumOff val="2156"/>
              <a:alphaOff val="0"/>
            </a:schemeClr>
          </a:solidFill>
          <a:prstDash val="solid"/>
        </a:ln>
        <a:effectLst/>
      </dsp:spPr>
      <dsp:style>
        <a:lnRef idx="1">
          <a:scrgbClr r="0" g="0" b="0"/>
        </a:lnRef>
        <a:fillRef idx="1">
          <a:scrgbClr r="0" g="0" b="0"/>
        </a:fillRef>
        <a:effectRef idx="0">
          <a:scrgbClr r="0" g="0" b="0"/>
        </a:effectRef>
        <a:fontRef idx="minor"/>
      </dsp:style>
    </dsp:sp>
    <dsp:sp modelId="{61FF3B26-D87C-4A86-8D04-49A42BE505F0}">
      <dsp:nvSpPr>
        <dsp:cNvPr id="0" name=""/>
        <dsp:cNvSpPr/>
      </dsp:nvSpPr>
      <dsp:spPr>
        <a:xfrm>
          <a:off x="402336" y="4380868"/>
          <a:ext cx="5632704" cy="472320"/>
        </a:xfrm>
        <a:prstGeom prst="roundRect">
          <a:avLst/>
        </a:prstGeom>
        <a:gradFill rotWithShape="0">
          <a:gsLst>
            <a:gs pos="0">
              <a:schemeClr val="accent4">
                <a:hueOff val="-4464770"/>
                <a:satOff val="26899"/>
                <a:lumOff val="2156"/>
                <a:alphaOff val="0"/>
                <a:tint val="50000"/>
                <a:satMod val="300000"/>
              </a:schemeClr>
            </a:gs>
            <a:gs pos="35000">
              <a:schemeClr val="accent4">
                <a:hueOff val="-4464770"/>
                <a:satOff val="26899"/>
                <a:lumOff val="2156"/>
                <a:alphaOff val="0"/>
                <a:tint val="37000"/>
                <a:satMod val="300000"/>
              </a:schemeClr>
            </a:gs>
            <a:gs pos="100000">
              <a:schemeClr val="accent4">
                <a:hueOff val="-4464770"/>
                <a:satOff val="26899"/>
                <a:lumOff val="215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2903" tIns="0" rIns="212903" bIns="0" numCol="1" spcCol="1270" anchor="ctr" anchorCtr="0">
          <a:noAutofit/>
        </a:bodyPr>
        <a:lstStyle/>
        <a:p>
          <a:pPr marL="0" lvl="0" indent="0" algn="l" defTabSz="711200">
            <a:lnSpc>
              <a:spcPct val="90000"/>
            </a:lnSpc>
            <a:spcBef>
              <a:spcPct val="0"/>
            </a:spcBef>
            <a:spcAft>
              <a:spcPct val="35000"/>
            </a:spcAft>
            <a:buFont typeface="+mj-lt"/>
            <a:buNone/>
          </a:pPr>
          <a:r>
            <a:rPr lang="en-IN" sz="1600" b="1" kern="1200" dirty="0">
              <a:latin typeface="Times New Roman" panose="02020603050405020304" pitchFamily="18" charset="0"/>
              <a:cs typeface="Times New Roman" panose="02020603050405020304" pitchFamily="18" charset="0"/>
            </a:rPr>
            <a:t>File handling (append mode)</a:t>
          </a:r>
          <a:r>
            <a:rPr lang="en-IN" sz="1600" kern="1200" dirty="0">
              <a:latin typeface="Times New Roman" panose="02020603050405020304" pitchFamily="18" charset="0"/>
              <a:cs typeface="Times New Roman" panose="02020603050405020304" pitchFamily="18" charset="0"/>
            </a:rPr>
            <a:t> — adds new transactions to the end of the file without deleting existing ones.</a:t>
          </a:r>
          <a:endParaRPr lang="en-IN" sz="1600" kern="1200" dirty="0"/>
        </a:p>
      </dsp:txBody>
      <dsp:txXfrm>
        <a:off x="425393" y="4403925"/>
        <a:ext cx="5586590" cy="426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2D6FDD-9B8B-4F39-908F-E2C3FEDD2AA9}">
      <dsp:nvSpPr>
        <dsp:cNvPr id="0" name=""/>
        <dsp:cNvSpPr/>
      </dsp:nvSpPr>
      <dsp:spPr>
        <a:xfrm rot="10800000">
          <a:off x="1662856" y="1208"/>
          <a:ext cx="5898337" cy="708740"/>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Account &amp; repository</a:t>
          </a:r>
          <a:r>
            <a:rPr lang="en-IN" sz="1400" kern="1200" dirty="0">
              <a:latin typeface="Times New Roman" panose="02020603050405020304" pitchFamily="18" charset="0"/>
              <a:cs typeface="Times New Roman" panose="02020603050405020304" pitchFamily="18" charset="0"/>
            </a:rPr>
            <a:t> — created a personal GitHub account and a repository, personal-expense-tracker, “Python lab”.</a:t>
          </a:r>
          <a:endParaRPr lang="en-IN" sz="1400" kern="1200" dirty="0"/>
        </a:p>
      </dsp:txBody>
      <dsp:txXfrm rot="10800000">
        <a:off x="1840041" y="1208"/>
        <a:ext cx="5721152" cy="708740"/>
      </dsp:txXfrm>
    </dsp:sp>
    <dsp:sp modelId="{D71EDE19-7551-4E50-9DC3-793E1D977263}">
      <dsp:nvSpPr>
        <dsp:cNvPr id="0" name=""/>
        <dsp:cNvSpPr/>
      </dsp:nvSpPr>
      <dsp:spPr>
        <a:xfrm>
          <a:off x="1308486" y="1208"/>
          <a:ext cx="708740" cy="708740"/>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F1C8EDF-DC2C-4169-BF38-022811A199B9}">
      <dsp:nvSpPr>
        <dsp:cNvPr id="0" name=""/>
        <dsp:cNvSpPr/>
      </dsp:nvSpPr>
      <dsp:spPr>
        <a:xfrm rot="10800000">
          <a:off x="1662856" y="921514"/>
          <a:ext cx="5898337" cy="708740"/>
        </a:xfrm>
        <a:prstGeom prst="homePlate">
          <a:avLst/>
        </a:prstGeom>
        <a:solidFill>
          <a:schemeClr val="accent4">
            <a:hueOff val="-892954"/>
            <a:satOff val="5380"/>
            <a:lumOff val="4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Initial setup</a:t>
          </a:r>
          <a:r>
            <a:rPr lang="en-IN" sz="1400" kern="1200" dirty="0">
              <a:latin typeface="Times New Roman" panose="02020603050405020304" pitchFamily="18" charset="0"/>
              <a:cs typeface="Times New Roman" panose="02020603050405020304" pitchFamily="18" charset="0"/>
            </a:rPr>
            <a:t> — added README.md (problem statement + objectives) and a .</a:t>
          </a:r>
          <a:r>
            <a:rPr lang="en-IN" sz="1400" kern="1200" dirty="0" err="1">
              <a:latin typeface="Times New Roman" panose="02020603050405020304" pitchFamily="18" charset="0"/>
              <a:cs typeface="Times New Roman" panose="02020603050405020304" pitchFamily="18" charset="0"/>
            </a:rPr>
            <a:t>gitignore</a:t>
          </a:r>
          <a:r>
            <a:rPr lang="en-IN" sz="1400" kern="1200" dirty="0">
              <a:latin typeface="Times New Roman" panose="02020603050405020304" pitchFamily="18" charset="0"/>
              <a:cs typeface="Times New Roman" panose="02020603050405020304" pitchFamily="18" charset="0"/>
            </a:rPr>
            <a:t> for Python.</a:t>
          </a:r>
          <a:endParaRPr lang="en-IN" sz="1400" kern="1200" dirty="0"/>
        </a:p>
      </dsp:txBody>
      <dsp:txXfrm rot="10800000">
        <a:off x="1840041" y="921514"/>
        <a:ext cx="5721152" cy="708740"/>
      </dsp:txXfrm>
    </dsp:sp>
    <dsp:sp modelId="{C9EF3614-71EF-4E14-8A42-BE94F03BFE82}">
      <dsp:nvSpPr>
        <dsp:cNvPr id="0" name=""/>
        <dsp:cNvSpPr/>
      </dsp:nvSpPr>
      <dsp:spPr>
        <a:xfrm>
          <a:off x="1308486" y="921514"/>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C6AE2F-8352-482B-B320-6CCE11BDB480}">
      <dsp:nvSpPr>
        <dsp:cNvPr id="0" name=""/>
        <dsp:cNvSpPr/>
      </dsp:nvSpPr>
      <dsp:spPr>
        <a:xfrm rot="10800000">
          <a:off x="1662856" y="1841819"/>
          <a:ext cx="5898337" cy="708740"/>
        </a:xfrm>
        <a:prstGeom prst="homePlate">
          <a:avLst/>
        </a:prstGeom>
        <a:solidFill>
          <a:schemeClr val="accent4">
            <a:hueOff val="-1785908"/>
            <a:satOff val="10760"/>
            <a:lumOff val="86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Uploading code</a:t>
          </a:r>
          <a:r>
            <a:rPr lang="en-IN" sz="1400" kern="1200" dirty="0">
              <a:latin typeface="Times New Roman" panose="02020603050405020304" pitchFamily="18" charset="0"/>
              <a:cs typeface="Times New Roman" panose="02020603050405020304" pitchFamily="18" charset="0"/>
            </a:rPr>
            <a:t> — pushed the Module 1 code (menu skeleton + working Add Transaction) as the first commit.</a:t>
          </a:r>
          <a:endParaRPr lang="en-IN" sz="1400" kern="1200" dirty="0"/>
        </a:p>
      </dsp:txBody>
      <dsp:txXfrm rot="10800000">
        <a:off x="1840041" y="1841819"/>
        <a:ext cx="5721152" cy="708740"/>
      </dsp:txXfrm>
    </dsp:sp>
    <dsp:sp modelId="{EDF8C5A1-9516-47C7-A1AB-69DEAB9DC093}">
      <dsp:nvSpPr>
        <dsp:cNvPr id="0" name=""/>
        <dsp:cNvSpPr/>
      </dsp:nvSpPr>
      <dsp:spPr>
        <a:xfrm>
          <a:off x="1308486" y="1841819"/>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A5EC83-AAC2-49F4-95F1-6FB13452F1CA}">
      <dsp:nvSpPr>
        <dsp:cNvPr id="0" name=""/>
        <dsp:cNvSpPr/>
      </dsp:nvSpPr>
      <dsp:spPr>
        <a:xfrm rot="10800000">
          <a:off x="1662856" y="2762124"/>
          <a:ext cx="5898337" cy="708740"/>
        </a:xfrm>
        <a:prstGeom prst="homePlate">
          <a:avLst/>
        </a:prstGeom>
        <a:solidFill>
          <a:schemeClr val="accent4">
            <a:hueOff val="-2678862"/>
            <a:satOff val="16139"/>
            <a:lumOff val="1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Meaningful commits</a:t>
          </a:r>
          <a:r>
            <a:rPr lang="en-IN" sz="1400" kern="1200" dirty="0">
              <a:latin typeface="Times New Roman" panose="02020603050405020304" pitchFamily="18" charset="0"/>
              <a:cs typeface="Times New Roman" panose="02020603050405020304" pitchFamily="18" charset="0"/>
            </a:rPr>
            <a:t> — descriptive messages tracking real progress, e.g.: </a:t>
          </a:r>
        </a:p>
        <a:p>
          <a:pPr marL="0" lvl="0" indent="0" algn="ctr" defTabSz="622300">
            <a:lnSpc>
              <a:spcPct val="90000"/>
            </a:lnSpc>
            <a:spcBef>
              <a:spcPct val="0"/>
            </a:spcBef>
            <a:spcAft>
              <a:spcPct val="35000"/>
            </a:spcAft>
            <a:buFont typeface="Arial" panose="020B0604020202020204" pitchFamily="34" charset="0"/>
            <a:buNone/>
          </a:pPr>
          <a:r>
            <a:rPr lang="en-IN" sz="1400" kern="1200" dirty="0">
              <a:latin typeface="Times New Roman" panose="02020603050405020304" pitchFamily="18" charset="0"/>
              <a:cs typeface="Times New Roman" panose="02020603050405020304" pitchFamily="18" charset="0"/>
            </a:rPr>
            <a:t>"Add file initialization and menu skeleton"</a:t>
          </a:r>
        </a:p>
        <a:p>
          <a:pPr marL="0" lvl="0" indent="0" algn="ctr" defTabSz="622300">
            <a:lnSpc>
              <a:spcPct val="90000"/>
            </a:lnSpc>
            <a:spcBef>
              <a:spcPct val="0"/>
            </a:spcBef>
            <a:spcAft>
              <a:spcPct val="35000"/>
            </a:spcAft>
            <a:buFont typeface="Arial" panose="020B0604020202020204" pitchFamily="34" charset="0"/>
            <a:buNone/>
          </a:pPr>
          <a:r>
            <a:rPr lang="en-IN" sz="1400" kern="1200" dirty="0">
              <a:latin typeface="Times New Roman" panose="02020603050405020304" pitchFamily="18" charset="0"/>
              <a:cs typeface="Times New Roman" panose="02020603050405020304" pitchFamily="18" charset="0"/>
            </a:rPr>
            <a:t>"Implement Add Transaction with input validation"</a:t>
          </a:r>
          <a:endParaRPr lang="en-IN" sz="1400" kern="1200" dirty="0"/>
        </a:p>
      </dsp:txBody>
      <dsp:txXfrm rot="10800000">
        <a:off x="1840041" y="2762124"/>
        <a:ext cx="5721152" cy="708740"/>
      </dsp:txXfrm>
    </dsp:sp>
    <dsp:sp modelId="{A56E564E-89B3-46C3-9627-BEB7ABF54634}">
      <dsp:nvSpPr>
        <dsp:cNvPr id="0" name=""/>
        <dsp:cNvSpPr/>
      </dsp:nvSpPr>
      <dsp:spPr>
        <a:xfrm>
          <a:off x="1308486" y="2762124"/>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B0620A-12B7-4CE6-9A35-72ABA67ACAEB}">
      <dsp:nvSpPr>
        <dsp:cNvPr id="0" name=""/>
        <dsp:cNvSpPr/>
      </dsp:nvSpPr>
      <dsp:spPr>
        <a:xfrm rot="10800000">
          <a:off x="1662856" y="3682429"/>
          <a:ext cx="5898337" cy="708740"/>
        </a:xfrm>
        <a:prstGeom prst="homePlate">
          <a:avLst/>
        </a:prstGeom>
        <a:solidFill>
          <a:schemeClr val="accent4">
            <a:hueOff val="-3571816"/>
            <a:satOff val="21519"/>
            <a:lumOff val="17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Collaboration</a:t>
          </a:r>
          <a:r>
            <a:rPr lang="en-IN" sz="1400" kern="1200" dirty="0">
              <a:latin typeface="Times New Roman" panose="02020603050405020304" pitchFamily="18" charset="0"/>
              <a:cs typeface="Times New Roman" panose="02020603050405020304" pitchFamily="18" charset="0"/>
            </a:rPr>
            <a:t> — added mentor/instructor as a repository collaborator for review and feedback.</a:t>
          </a:r>
          <a:endParaRPr lang="en-IN" sz="1400" kern="1200" dirty="0"/>
        </a:p>
      </dsp:txBody>
      <dsp:txXfrm rot="10800000">
        <a:off x="1840041" y="3682429"/>
        <a:ext cx="5721152" cy="708740"/>
      </dsp:txXfrm>
    </dsp:sp>
    <dsp:sp modelId="{3EA595BE-3E2B-4F03-B87F-FFB79D29D1A6}">
      <dsp:nvSpPr>
        <dsp:cNvPr id="0" name=""/>
        <dsp:cNvSpPr/>
      </dsp:nvSpPr>
      <dsp:spPr>
        <a:xfrm>
          <a:off x="1308486" y="3682429"/>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526DC7-6F71-4569-A269-6521027044AF}">
      <dsp:nvSpPr>
        <dsp:cNvPr id="0" name=""/>
        <dsp:cNvSpPr/>
      </dsp:nvSpPr>
      <dsp:spPr>
        <a:xfrm rot="10800000">
          <a:off x="1662856" y="4602734"/>
          <a:ext cx="5898337" cy="708740"/>
        </a:xfrm>
        <a:prstGeom prst="homePlate">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2535" tIns="53340" rIns="99568"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Individual contribution</a:t>
          </a:r>
          <a:r>
            <a:rPr lang="en-IN" sz="1400" kern="1200" dirty="0">
              <a:latin typeface="Times New Roman" panose="02020603050405020304" pitchFamily="18" charset="0"/>
              <a:cs typeface="Times New Roman" panose="02020603050405020304" pitchFamily="18" charset="0"/>
            </a:rPr>
            <a:t> — solo project: 100% of design, coding, testing, and documentation done independently.</a:t>
          </a:r>
          <a:endParaRPr lang="en-IN" sz="1400" kern="1200" dirty="0"/>
        </a:p>
      </dsp:txBody>
      <dsp:txXfrm rot="10800000">
        <a:off x="1840041" y="4602734"/>
        <a:ext cx="5721152" cy="708740"/>
      </dsp:txXfrm>
    </dsp:sp>
    <dsp:sp modelId="{B23B648B-9569-4FA2-B84E-46FD11E54912}">
      <dsp:nvSpPr>
        <dsp:cNvPr id="0" name=""/>
        <dsp:cNvSpPr/>
      </dsp:nvSpPr>
      <dsp:spPr>
        <a:xfrm>
          <a:off x="1308486" y="4602734"/>
          <a:ext cx="708740" cy="708740"/>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9" name="Google Shape;49;p1: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50" name="Google Shape;50;p1:notes"/>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S. B. Jain Institute of Technology Management and research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f9a5c084c8_0_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f9a5c084c8_0_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3f9a5c084c8_0_0:notes"/>
          <p:cNvSpPr txBox="1">
            <a:spLocks noGrp="1"/>
          </p:cNvSpPr>
          <p:nvPr>
            <p:ph type="sldNum" idx="12"/>
          </p:nvPr>
        </p:nvSpPr>
        <p:spPr>
          <a:xfrm>
            <a:off x="5180013" y="6513513"/>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body" idx="1"/>
          </p:nvPr>
        </p:nvSpPr>
        <p:spPr>
          <a:xfrm>
            <a:off x="762000" y="1828800"/>
            <a:ext cx="7471409" cy="38100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 name="Google Shape;20;p5"/>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21" name="Google Shape;21;p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7"/>
          <p:cNvSpPr txBox="1">
            <a:spLocks noGrp="1"/>
          </p:cNvSpPr>
          <p:nvPr>
            <p:ph type="ctrTitle"/>
          </p:nvPr>
        </p:nvSpPr>
        <p:spPr>
          <a:xfrm>
            <a:off x="685800" y="2125980"/>
            <a:ext cx="77724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7"/>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28" name="Google Shape;28;p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7"/>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8"/>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35" name="Google Shape;35;p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8"/>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9"/>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40" name="Google Shape;40;p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2"/>
        <p:cNvGrpSpPr/>
        <p:nvPr/>
      </p:nvGrpSpPr>
      <p:grpSpPr>
        <a:xfrm>
          <a:off x="0" y="0"/>
          <a:ext cx="0" cy="0"/>
          <a:chOff x="0" y="0"/>
          <a:chExt cx="0" cy="0"/>
        </a:xfrm>
      </p:grpSpPr>
      <p:sp>
        <p:nvSpPr>
          <p:cNvPr id="43" name="Google Shape;43;p10"/>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 B. Jain Institute of Technology Management and research</a:t>
            </a:r>
            <a:endParaRPr/>
          </a:p>
        </p:txBody>
      </p:sp>
      <p:sp>
        <p:nvSpPr>
          <p:cNvPr id="44" name="Google Shape;44;p1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0"/>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a:lnSpc>
                <a:spcPct val="116875"/>
              </a:lnSpc>
              <a:spcBef>
                <a:spcPts val="0"/>
              </a:spcBef>
              <a:buNone/>
              <a:defRPr sz="1600" b="0" i="0">
                <a:solidFill>
                  <a:schemeClr val="lt1"/>
                </a:solidFill>
                <a:latin typeface="Arial"/>
                <a:ea typeface="Arial"/>
                <a:cs typeface="Arial"/>
                <a:sym typeface="Arial"/>
              </a:defRPr>
            </a:lvl1pPr>
            <a:lvl2pPr marL="38100" marR="0" lvl="1" indent="0" algn="l">
              <a:lnSpc>
                <a:spcPct val="116875"/>
              </a:lnSpc>
              <a:spcBef>
                <a:spcPts val="0"/>
              </a:spcBef>
              <a:buNone/>
              <a:defRPr sz="1600" b="0" i="0">
                <a:solidFill>
                  <a:schemeClr val="lt1"/>
                </a:solidFill>
                <a:latin typeface="Arial"/>
                <a:ea typeface="Arial"/>
                <a:cs typeface="Arial"/>
                <a:sym typeface="Arial"/>
              </a:defRPr>
            </a:lvl2pPr>
            <a:lvl3pPr marL="38100" marR="0" lvl="2" indent="0" algn="l">
              <a:lnSpc>
                <a:spcPct val="116875"/>
              </a:lnSpc>
              <a:spcBef>
                <a:spcPts val="0"/>
              </a:spcBef>
              <a:buNone/>
              <a:defRPr sz="1600" b="0" i="0">
                <a:solidFill>
                  <a:schemeClr val="lt1"/>
                </a:solidFill>
                <a:latin typeface="Arial"/>
                <a:ea typeface="Arial"/>
                <a:cs typeface="Arial"/>
                <a:sym typeface="Arial"/>
              </a:defRPr>
            </a:lvl3pPr>
            <a:lvl4pPr marL="38100" marR="0" lvl="3" indent="0" algn="l">
              <a:lnSpc>
                <a:spcPct val="116875"/>
              </a:lnSpc>
              <a:spcBef>
                <a:spcPts val="0"/>
              </a:spcBef>
              <a:buNone/>
              <a:defRPr sz="1600" b="0" i="0">
                <a:solidFill>
                  <a:schemeClr val="lt1"/>
                </a:solidFill>
                <a:latin typeface="Arial"/>
                <a:ea typeface="Arial"/>
                <a:cs typeface="Arial"/>
                <a:sym typeface="Arial"/>
              </a:defRPr>
            </a:lvl4pPr>
            <a:lvl5pPr marL="38100" marR="0" lvl="4" indent="0" algn="l">
              <a:lnSpc>
                <a:spcPct val="116875"/>
              </a:lnSpc>
              <a:spcBef>
                <a:spcPts val="0"/>
              </a:spcBef>
              <a:buNone/>
              <a:defRPr sz="1600" b="0" i="0">
                <a:solidFill>
                  <a:schemeClr val="lt1"/>
                </a:solidFill>
                <a:latin typeface="Arial"/>
                <a:ea typeface="Arial"/>
                <a:cs typeface="Arial"/>
                <a:sym typeface="Arial"/>
              </a:defRPr>
            </a:lvl5pPr>
            <a:lvl6pPr marL="38100" marR="0" lvl="5" indent="0" algn="l">
              <a:lnSpc>
                <a:spcPct val="116875"/>
              </a:lnSpc>
              <a:spcBef>
                <a:spcPts val="0"/>
              </a:spcBef>
              <a:buNone/>
              <a:defRPr sz="1600" b="0" i="0">
                <a:solidFill>
                  <a:schemeClr val="lt1"/>
                </a:solidFill>
                <a:latin typeface="Arial"/>
                <a:ea typeface="Arial"/>
                <a:cs typeface="Arial"/>
                <a:sym typeface="Arial"/>
              </a:defRPr>
            </a:lvl6pPr>
            <a:lvl7pPr marL="38100" marR="0" lvl="6" indent="0" algn="l">
              <a:lnSpc>
                <a:spcPct val="116875"/>
              </a:lnSpc>
              <a:spcBef>
                <a:spcPts val="0"/>
              </a:spcBef>
              <a:buNone/>
              <a:defRPr sz="1600" b="0" i="0">
                <a:solidFill>
                  <a:schemeClr val="lt1"/>
                </a:solidFill>
                <a:latin typeface="Arial"/>
                <a:ea typeface="Arial"/>
                <a:cs typeface="Arial"/>
                <a:sym typeface="Arial"/>
              </a:defRPr>
            </a:lvl7pPr>
            <a:lvl8pPr marL="38100" marR="0" lvl="7" indent="0" algn="l">
              <a:lnSpc>
                <a:spcPct val="116875"/>
              </a:lnSpc>
              <a:spcBef>
                <a:spcPts val="0"/>
              </a:spcBef>
              <a:buNone/>
              <a:defRPr sz="1600" b="0" i="0">
                <a:solidFill>
                  <a:schemeClr val="lt1"/>
                </a:solidFill>
                <a:latin typeface="Arial"/>
                <a:ea typeface="Arial"/>
                <a:cs typeface="Arial"/>
                <a:sym typeface="Arial"/>
              </a:defRPr>
            </a:lvl8pPr>
            <a:lvl9pPr marL="38100" marR="0" lvl="8" indent="0" algn="l">
              <a:lnSpc>
                <a:spcPct val="116875"/>
              </a:lnSpc>
              <a:spcBef>
                <a:spcPts val="0"/>
              </a:spcBef>
              <a:buNone/>
              <a:defRPr sz="1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p:nvPr/>
        </p:nvSpPr>
        <p:spPr>
          <a:xfrm>
            <a:off x="146050" y="6390640"/>
            <a:ext cx="8832850" cy="309880"/>
          </a:xfrm>
          <a:custGeom>
            <a:avLst/>
            <a:gdLst/>
            <a:ahLst/>
            <a:cxnLst/>
            <a:rect l="l" t="t" r="r" b="b"/>
            <a:pathLst>
              <a:path w="8832850" h="309879" extrusionOk="0">
                <a:moveTo>
                  <a:pt x="8832850" y="0"/>
                </a:moveTo>
                <a:lnTo>
                  <a:pt x="0" y="0"/>
                </a:lnTo>
                <a:lnTo>
                  <a:pt x="0" y="309880"/>
                </a:lnTo>
                <a:lnTo>
                  <a:pt x="8832850" y="309880"/>
                </a:lnTo>
                <a:close/>
              </a:path>
            </a:pathLst>
          </a:custGeom>
          <a:solidFill>
            <a:srgbClr val="8BACA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4"/>
          <p:cNvSpPr/>
          <p:nvPr/>
        </p:nvSpPr>
        <p:spPr>
          <a:xfrm>
            <a:off x="152400" y="158750"/>
            <a:ext cx="8832850" cy="6546850"/>
          </a:xfrm>
          <a:custGeom>
            <a:avLst/>
            <a:gdLst/>
            <a:ahLst/>
            <a:cxnLst/>
            <a:rect l="l" t="t" r="r" b="b"/>
            <a:pathLst>
              <a:path w="8832850" h="6546850" extrusionOk="0">
                <a:moveTo>
                  <a:pt x="4415790" y="6546850"/>
                </a:moveTo>
                <a:lnTo>
                  <a:pt x="0" y="6546850"/>
                </a:lnTo>
                <a:lnTo>
                  <a:pt x="0" y="0"/>
                </a:lnTo>
                <a:lnTo>
                  <a:pt x="8832850" y="0"/>
                </a:lnTo>
                <a:lnTo>
                  <a:pt x="8832850" y="6546850"/>
                </a:lnTo>
                <a:lnTo>
                  <a:pt x="4415790" y="6546850"/>
                </a:lnTo>
                <a:close/>
              </a:path>
            </a:pathLst>
          </a:custGeom>
          <a:noFill/>
          <a:ln w="9525" cap="flat" cmpd="sng">
            <a:solidFill>
              <a:srgbClr val="7A97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12;p4"/>
          <p:cNvSpPr txBox="1">
            <a:spLocks noGrp="1"/>
          </p:cNvSpPr>
          <p:nvPr>
            <p:ph type="title"/>
          </p:nvPr>
        </p:nvSpPr>
        <p:spPr>
          <a:xfrm>
            <a:off x="670559" y="346709"/>
            <a:ext cx="7802880" cy="39115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
          <p:cNvSpPr txBox="1">
            <a:spLocks noGrp="1"/>
          </p:cNvSpPr>
          <p:nvPr>
            <p:ph type="body" idx="1"/>
          </p:nvPr>
        </p:nvSpPr>
        <p:spPr>
          <a:xfrm>
            <a:off x="762000" y="1828800"/>
            <a:ext cx="7471409" cy="38100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4" name="Google Shape;14;p4"/>
          <p:cNvSpPr txBox="1">
            <a:spLocks noGrp="1"/>
          </p:cNvSpPr>
          <p:nvPr>
            <p:ph type="ftr" idx="11"/>
          </p:nvPr>
        </p:nvSpPr>
        <p:spPr>
          <a:xfrm>
            <a:off x="382270" y="6458416"/>
            <a:ext cx="3950970" cy="19621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200" b="0"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S. B. Jain Institute of Technology Management and research</a:t>
            </a:r>
            <a:endParaRPr/>
          </a:p>
        </p:txBody>
      </p:sp>
      <p:sp>
        <p:nvSpPr>
          <p:cNvPr id="15" name="Google Shape;15;p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4"/>
          <p:cNvSpPr txBox="1">
            <a:spLocks noGrp="1"/>
          </p:cNvSpPr>
          <p:nvPr>
            <p:ph type="sldNum" idx="12"/>
          </p:nvPr>
        </p:nvSpPr>
        <p:spPr>
          <a:xfrm>
            <a:off x="8459469" y="6430208"/>
            <a:ext cx="302259" cy="252729"/>
          </a:xfrm>
          <a:prstGeom prst="rect">
            <a:avLst/>
          </a:prstGeom>
          <a:noFill/>
          <a:ln>
            <a:noFill/>
          </a:ln>
        </p:spPr>
        <p:txBody>
          <a:bodyPr spcFirstLastPara="1" wrap="square" lIns="0" tIns="0" rIns="0" bIns="0" anchor="t" anchorCtr="0">
            <a:spAutoFit/>
          </a:bodyPr>
          <a:lstStyle>
            <a:lvl1pPr marL="38100" marR="0" lvl="0" indent="0" algn="l" rtl="0">
              <a:lnSpc>
                <a:spcPct val="116875"/>
              </a:lnSpc>
              <a:spcBef>
                <a:spcPts val="0"/>
              </a:spcBef>
              <a:buNone/>
              <a:defRPr sz="1600" b="0" i="0" u="none">
                <a:solidFill>
                  <a:schemeClr val="lt1"/>
                </a:solidFill>
                <a:latin typeface="Arial"/>
                <a:ea typeface="Arial"/>
                <a:cs typeface="Arial"/>
                <a:sym typeface="Arial"/>
              </a:defRPr>
            </a:lvl1pPr>
            <a:lvl2pPr marL="38100" marR="0" lvl="1" indent="0" algn="l" rtl="0">
              <a:lnSpc>
                <a:spcPct val="116875"/>
              </a:lnSpc>
              <a:spcBef>
                <a:spcPts val="0"/>
              </a:spcBef>
              <a:buNone/>
              <a:defRPr sz="1600" b="0" i="0" u="none">
                <a:solidFill>
                  <a:schemeClr val="lt1"/>
                </a:solidFill>
                <a:latin typeface="Arial"/>
                <a:ea typeface="Arial"/>
                <a:cs typeface="Arial"/>
                <a:sym typeface="Arial"/>
              </a:defRPr>
            </a:lvl2pPr>
            <a:lvl3pPr marL="38100" marR="0" lvl="2" indent="0" algn="l" rtl="0">
              <a:lnSpc>
                <a:spcPct val="116875"/>
              </a:lnSpc>
              <a:spcBef>
                <a:spcPts val="0"/>
              </a:spcBef>
              <a:buNone/>
              <a:defRPr sz="1600" b="0" i="0" u="none">
                <a:solidFill>
                  <a:schemeClr val="lt1"/>
                </a:solidFill>
                <a:latin typeface="Arial"/>
                <a:ea typeface="Arial"/>
                <a:cs typeface="Arial"/>
                <a:sym typeface="Arial"/>
              </a:defRPr>
            </a:lvl3pPr>
            <a:lvl4pPr marL="38100" marR="0" lvl="3" indent="0" algn="l" rtl="0">
              <a:lnSpc>
                <a:spcPct val="116875"/>
              </a:lnSpc>
              <a:spcBef>
                <a:spcPts val="0"/>
              </a:spcBef>
              <a:buNone/>
              <a:defRPr sz="1600" b="0" i="0" u="none">
                <a:solidFill>
                  <a:schemeClr val="lt1"/>
                </a:solidFill>
                <a:latin typeface="Arial"/>
                <a:ea typeface="Arial"/>
                <a:cs typeface="Arial"/>
                <a:sym typeface="Arial"/>
              </a:defRPr>
            </a:lvl4pPr>
            <a:lvl5pPr marL="38100" marR="0" lvl="4" indent="0" algn="l" rtl="0">
              <a:lnSpc>
                <a:spcPct val="116875"/>
              </a:lnSpc>
              <a:spcBef>
                <a:spcPts val="0"/>
              </a:spcBef>
              <a:buNone/>
              <a:defRPr sz="1600" b="0" i="0" u="none">
                <a:solidFill>
                  <a:schemeClr val="lt1"/>
                </a:solidFill>
                <a:latin typeface="Arial"/>
                <a:ea typeface="Arial"/>
                <a:cs typeface="Arial"/>
                <a:sym typeface="Arial"/>
              </a:defRPr>
            </a:lvl5pPr>
            <a:lvl6pPr marL="38100" marR="0" lvl="5" indent="0" algn="l" rtl="0">
              <a:lnSpc>
                <a:spcPct val="116875"/>
              </a:lnSpc>
              <a:spcBef>
                <a:spcPts val="0"/>
              </a:spcBef>
              <a:buNone/>
              <a:defRPr sz="1600" b="0" i="0" u="none">
                <a:solidFill>
                  <a:schemeClr val="lt1"/>
                </a:solidFill>
                <a:latin typeface="Arial"/>
                <a:ea typeface="Arial"/>
                <a:cs typeface="Arial"/>
                <a:sym typeface="Arial"/>
              </a:defRPr>
            </a:lvl6pPr>
            <a:lvl7pPr marL="38100" marR="0" lvl="6" indent="0" algn="l" rtl="0">
              <a:lnSpc>
                <a:spcPct val="116875"/>
              </a:lnSpc>
              <a:spcBef>
                <a:spcPts val="0"/>
              </a:spcBef>
              <a:buNone/>
              <a:defRPr sz="1600" b="0" i="0" u="none">
                <a:solidFill>
                  <a:schemeClr val="lt1"/>
                </a:solidFill>
                <a:latin typeface="Arial"/>
                <a:ea typeface="Arial"/>
                <a:cs typeface="Arial"/>
                <a:sym typeface="Arial"/>
              </a:defRPr>
            </a:lvl7pPr>
            <a:lvl8pPr marL="38100" marR="0" lvl="7" indent="0" algn="l" rtl="0">
              <a:lnSpc>
                <a:spcPct val="116875"/>
              </a:lnSpc>
              <a:spcBef>
                <a:spcPts val="0"/>
              </a:spcBef>
              <a:buNone/>
              <a:defRPr sz="1600" b="0" i="0" u="none">
                <a:solidFill>
                  <a:schemeClr val="lt1"/>
                </a:solidFill>
                <a:latin typeface="Arial"/>
                <a:ea typeface="Arial"/>
                <a:cs typeface="Arial"/>
                <a:sym typeface="Arial"/>
              </a:defRPr>
            </a:lvl8pPr>
            <a:lvl9pPr marL="38100" marR="0" lvl="8" indent="0" algn="l" rtl="0">
              <a:lnSpc>
                <a:spcPct val="116875"/>
              </a:lnSpc>
              <a:spcBef>
                <a:spcPts val="0"/>
              </a:spcBef>
              <a:buNone/>
              <a:defRPr sz="1600" b="0" i="0" u="none">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inchantml25-cell/Python-Personal-Expense-Tracker" TargetMode="External"/><Relationship Id="rId7"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s://freepngimg.com/png/77741-heart-thank-youtube-watercolor-you-pain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title"/>
          </p:nvPr>
        </p:nvSpPr>
        <p:spPr>
          <a:xfrm>
            <a:off x="304800" y="304800"/>
            <a:ext cx="8305800" cy="3398366"/>
          </a:xfrm>
          <a:prstGeom prst="rect">
            <a:avLst/>
          </a:prstGeom>
          <a:noFill/>
          <a:ln>
            <a:noFill/>
          </a:ln>
        </p:spPr>
        <p:txBody>
          <a:bodyPr spcFirstLastPara="1" wrap="square" lIns="0" tIns="12700" rIns="0" bIns="0" anchor="t" anchorCtr="0">
            <a:spAutoFit/>
          </a:bodyPr>
          <a:lstStyle/>
          <a:p>
            <a:pPr marL="12700" lvl="0" algn="ctr"/>
            <a:r>
              <a:rPr lang="en-US" sz="3200" b="1" dirty="0">
                <a:solidFill>
                  <a:srgbClr val="000000"/>
                </a:solidFill>
                <a:latin typeface="Times New Roman"/>
                <a:ea typeface="Times New Roman"/>
                <a:cs typeface="Times New Roman"/>
                <a:sym typeface="Times New Roman"/>
              </a:rPr>
              <a:t>Experiential Learning</a:t>
            </a:r>
            <a:br>
              <a:rPr lang="en-US" sz="3200" b="1" dirty="0">
                <a:solidFill>
                  <a:srgbClr val="000000"/>
                </a:solidFill>
                <a:latin typeface="Times New Roman"/>
                <a:ea typeface="Times New Roman"/>
                <a:cs typeface="Times New Roman"/>
                <a:sym typeface="Times New Roman"/>
              </a:rPr>
            </a:br>
            <a:r>
              <a:rPr lang="en-US" sz="3200" b="1" dirty="0">
                <a:solidFill>
                  <a:srgbClr val="000000"/>
                </a:solidFill>
                <a:latin typeface="Times New Roman"/>
                <a:ea typeface="Times New Roman"/>
                <a:cs typeface="Times New Roman"/>
                <a:sym typeface="Times New Roman"/>
              </a:rPr>
              <a:t>Project Assessment-I</a:t>
            </a:r>
            <a:br>
              <a:rPr lang="en-US" sz="3200" b="1" dirty="0">
                <a:solidFill>
                  <a:srgbClr val="000000"/>
                </a:solidFill>
                <a:latin typeface="Times New Roman"/>
                <a:ea typeface="Times New Roman"/>
                <a:cs typeface="Times New Roman"/>
                <a:sym typeface="Times New Roman"/>
              </a:rPr>
            </a:br>
            <a:r>
              <a:rPr lang="en-US" sz="3200" b="1" dirty="0">
                <a:solidFill>
                  <a:srgbClr val="000000"/>
                </a:solidFill>
                <a:latin typeface="Times New Roman"/>
                <a:ea typeface="Times New Roman"/>
                <a:cs typeface="Times New Roman"/>
                <a:sym typeface="Times New Roman"/>
              </a:rPr>
              <a:t>on</a:t>
            </a:r>
            <a:br>
              <a:rPr lang="en-US" sz="3200" b="1" dirty="0">
                <a:solidFill>
                  <a:srgbClr val="000000"/>
                </a:solidFill>
                <a:latin typeface="Times New Roman"/>
                <a:ea typeface="Times New Roman"/>
                <a:cs typeface="Times New Roman"/>
                <a:sym typeface="Times New Roman"/>
              </a:rPr>
            </a:br>
            <a:r>
              <a:rPr lang="en-US" sz="3200" b="1" dirty="0">
                <a:solidFill>
                  <a:srgbClr val="0000FF"/>
                </a:solidFill>
                <a:latin typeface="Times New Roman"/>
                <a:ea typeface="Times New Roman"/>
                <a:cs typeface="Times New Roman"/>
                <a:sym typeface="Times New Roman"/>
              </a:rPr>
              <a:t>“Personal Expense Tracker”</a:t>
            </a:r>
            <a:br>
              <a:rPr lang="en-US" sz="3200" b="1" dirty="0">
                <a:solidFill>
                  <a:srgbClr val="0000FF"/>
                </a:solidFill>
                <a:latin typeface="Times New Roman"/>
                <a:ea typeface="Times New Roman"/>
                <a:cs typeface="Times New Roman"/>
                <a:sym typeface="Times New Roman"/>
              </a:rPr>
            </a:br>
            <a:r>
              <a:rPr lang="en-US" sz="2800" b="1" dirty="0">
                <a:solidFill>
                  <a:srgbClr val="0000FF"/>
                </a:solidFill>
                <a:latin typeface="Times New Roman"/>
                <a:ea typeface="Times New Roman"/>
                <a:cs typeface="Times New Roman"/>
                <a:sym typeface="Times New Roman"/>
              </a:rPr>
              <a:t>under the course</a:t>
            </a:r>
            <a:br>
              <a:rPr lang="en-US" sz="3200" b="1" dirty="0">
                <a:solidFill>
                  <a:srgbClr val="0000FF"/>
                </a:solidFill>
                <a:latin typeface="Times New Roman"/>
                <a:ea typeface="Times New Roman"/>
                <a:cs typeface="Times New Roman"/>
                <a:sym typeface="Times New Roman"/>
              </a:rPr>
            </a:br>
            <a:r>
              <a:rPr lang="en-US" b="1" dirty="0">
                <a:solidFill>
                  <a:srgbClr val="0000FF"/>
                </a:solidFill>
                <a:latin typeface="Times New Roman"/>
                <a:ea typeface="Times New Roman"/>
                <a:cs typeface="Times New Roman"/>
                <a:sym typeface="Times New Roman"/>
              </a:rPr>
              <a:t>Python Programming Language (N-PCCCM304P)</a:t>
            </a:r>
            <a:br>
              <a:rPr lang="en-US" sz="3200" b="1" dirty="0">
                <a:solidFill>
                  <a:srgbClr val="0000FF"/>
                </a:solidFill>
                <a:latin typeface="Times New Roman"/>
                <a:ea typeface="Times New Roman"/>
                <a:cs typeface="Times New Roman"/>
                <a:sym typeface="Times New Roman"/>
              </a:rPr>
            </a:br>
            <a:endParaRPr sz="3200" dirty="0">
              <a:solidFill>
                <a:srgbClr val="0000FF"/>
              </a:solidFill>
              <a:latin typeface="Times New Roman"/>
              <a:ea typeface="Times New Roman"/>
              <a:cs typeface="Times New Roman"/>
              <a:sym typeface="Times New Roman"/>
            </a:endParaRPr>
          </a:p>
        </p:txBody>
      </p:sp>
      <p:sp>
        <p:nvSpPr>
          <p:cNvPr id="53" name="Google Shape;53;p1"/>
          <p:cNvSpPr/>
          <p:nvPr/>
        </p:nvSpPr>
        <p:spPr>
          <a:xfrm>
            <a:off x="685800" y="3295692"/>
            <a:ext cx="2743200" cy="1504908"/>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000" b="1" dirty="0">
                <a:solidFill>
                  <a:srgbClr val="000000"/>
                </a:solidFill>
                <a:latin typeface="Times New Roman"/>
                <a:ea typeface="Times New Roman"/>
                <a:cs typeface="Times New Roman"/>
                <a:sym typeface="Times New Roman"/>
              </a:rPr>
              <a:t>Presented By</a:t>
            </a:r>
            <a:endParaRPr dirty="0"/>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Sinchan Abhishek Tambe</a:t>
            </a:r>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CM25054</a:t>
            </a:r>
          </a:p>
          <a:p>
            <a:pPr marL="0" marR="0" lvl="0" indent="0" algn="l"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Section A</a:t>
            </a:r>
            <a:endParaRPr sz="1800" b="1"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1" dirty="0">
                <a:solidFill>
                  <a:srgbClr val="000000"/>
                </a:solidFill>
                <a:latin typeface="Times New Roman"/>
                <a:ea typeface="Times New Roman"/>
                <a:cs typeface="Times New Roman"/>
                <a:sym typeface="Times New Roman"/>
              </a:rPr>
              <a:t>                                    </a:t>
            </a:r>
            <a:endParaRPr sz="1800" dirty="0">
              <a:solidFill>
                <a:srgbClr val="0000FF"/>
              </a:solidFill>
              <a:latin typeface="Times New Roman"/>
              <a:ea typeface="Times New Roman"/>
              <a:cs typeface="Times New Roman"/>
              <a:sym typeface="Times New Roman"/>
            </a:endParaRPr>
          </a:p>
        </p:txBody>
      </p:sp>
      <p:sp>
        <p:nvSpPr>
          <p:cNvPr id="54" name="Google Shape;54;p1"/>
          <p:cNvSpPr/>
          <p:nvPr/>
        </p:nvSpPr>
        <p:spPr>
          <a:xfrm>
            <a:off x="5305425" y="3277000"/>
            <a:ext cx="3409950" cy="122256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Under the Guidance </a:t>
            </a:r>
            <a:endParaRPr/>
          </a:p>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of </a:t>
            </a:r>
            <a:endParaRPr sz="180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Mrs. Mayuri Getme</a:t>
            </a:r>
            <a:endParaRPr sz="2000">
              <a:solidFill>
                <a:srgbClr val="0000FF"/>
              </a:solidFill>
              <a:latin typeface="Times New Roman"/>
              <a:ea typeface="Times New Roman"/>
              <a:cs typeface="Times New Roman"/>
              <a:sym typeface="Times New Roman"/>
            </a:endParaRPr>
          </a:p>
        </p:txBody>
      </p:sp>
      <p:sp>
        <p:nvSpPr>
          <p:cNvPr id="55" name="Google Shape;55;p1"/>
          <p:cNvSpPr/>
          <p:nvPr/>
        </p:nvSpPr>
        <p:spPr>
          <a:xfrm>
            <a:off x="1447800" y="4648200"/>
            <a:ext cx="6629040" cy="3978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2200" b="1">
                <a:solidFill>
                  <a:srgbClr val="000000"/>
                </a:solidFill>
                <a:latin typeface="Times New Roman"/>
                <a:ea typeface="Times New Roman"/>
                <a:cs typeface="Times New Roman"/>
                <a:sym typeface="Times New Roman"/>
              </a:rPr>
              <a:t>Session:2026-27 (ODD )</a:t>
            </a:r>
            <a:endParaRPr/>
          </a:p>
          <a:p>
            <a:pPr marL="0" marR="0" lvl="0" indent="0" algn="ctr" rtl="0">
              <a:lnSpc>
                <a:spcPct val="100000"/>
              </a:lnSpc>
              <a:spcBef>
                <a:spcPts val="0"/>
              </a:spcBef>
              <a:spcAft>
                <a:spcPts val="0"/>
              </a:spcAft>
              <a:buNone/>
            </a:pPr>
            <a:r>
              <a:rPr lang="en-US" sz="1800" b="1">
                <a:solidFill>
                  <a:srgbClr val="000000"/>
                </a:solidFill>
                <a:latin typeface="Times New Roman"/>
                <a:ea typeface="Times New Roman"/>
                <a:cs typeface="Times New Roman"/>
                <a:sym typeface="Times New Roman"/>
              </a:rPr>
              <a:t>Department of CSE(AI&amp;ML)</a:t>
            </a:r>
            <a:endParaRPr sz="1800" b="1">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56" name="Google Shape;56;p1"/>
          <p:cNvSpPr/>
          <p:nvPr/>
        </p:nvSpPr>
        <p:spPr>
          <a:xfrm>
            <a:off x="457200" y="5334000"/>
            <a:ext cx="8229600" cy="914400"/>
          </a:xfrm>
          <a:prstGeom prst="rect">
            <a:avLst/>
          </a:prstGeom>
          <a:noFill/>
          <a:ln>
            <a:noFill/>
          </a:ln>
        </p:spPr>
        <p:txBody>
          <a:bodyPr spcFirstLastPara="1" wrap="square" lIns="90000" tIns="45000" rIns="90000" bIns="45000" anchor="t" anchorCtr="0">
            <a:noAutofit/>
          </a:bodyPr>
          <a:lstStyle/>
          <a:p>
            <a:pPr marL="0" marR="0" lvl="0" indent="0" algn="ctr" rtl="0">
              <a:lnSpc>
                <a:spcPct val="93000"/>
              </a:lnSpc>
              <a:spcBef>
                <a:spcPts val="0"/>
              </a:spcBef>
              <a:spcAft>
                <a:spcPts val="0"/>
              </a:spcAft>
              <a:buNone/>
            </a:pPr>
            <a:r>
              <a:rPr lang="en-US" sz="2200" b="1">
                <a:solidFill>
                  <a:srgbClr val="000000"/>
                </a:solidFill>
                <a:latin typeface="Times New Roman"/>
                <a:ea typeface="Times New Roman"/>
                <a:cs typeface="Times New Roman"/>
                <a:sym typeface="Times New Roman"/>
              </a:rPr>
              <a:t>      </a:t>
            </a:r>
            <a:r>
              <a:rPr lang="en-US" sz="2000" b="1">
                <a:solidFill>
                  <a:srgbClr val="000000"/>
                </a:solidFill>
                <a:latin typeface="Times New Roman"/>
                <a:ea typeface="Times New Roman"/>
                <a:cs typeface="Times New Roman"/>
                <a:sym typeface="Times New Roman"/>
              </a:rPr>
              <a:t>S. B. JAIN INSTITUTE OF TECHNOLOGY MANAGEMENT AND RESEARCH,NAGPUR</a:t>
            </a:r>
            <a:endParaRPr/>
          </a:p>
          <a:p>
            <a:pPr marL="0" marR="0" lvl="0" indent="0" algn="ctr" rtl="0">
              <a:lnSpc>
                <a:spcPct val="93000"/>
              </a:lnSpc>
              <a:spcBef>
                <a:spcPts val="0"/>
              </a:spcBef>
              <a:spcAft>
                <a:spcPts val="0"/>
              </a:spcAft>
              <a:buNone/>
            </a:pPr>
            <a:r>
              <a:rPr lang="en-US" sz="2000" b="1">
                <a:solidFill>
                  <a:srgbClr val="000000"/>
                </a:solidFill>
                <a:latin typeface="Times New Roman"/>
                <a:ea typeface="Times New Roman"/>
                <a:cs typeface="Times New Roman"/>
                <a:sym typeface="Times New Roman"/>
              </a:rPr>
              <a:t>An Autonomous Institute, Affiliated to RTMNU, Nagpur</a:t>
            </a:r>
            <a:endParaRPr sz="2000">
              <a:solidFill>
                <a:schemeClr val="dk1"/>
              </a:solidFill>
              <a:latin typeface="Times New Roman"/>
              <a:ea typeface="Times New Roman"/>
              <a:cs typeface="Times New Roman"/>
              <a:sym typeface="Times New Roman"/>
            </a:endParaRPr>
          </a:p>
        </p:txBody>
      </p:sp>
      <p:pic>
        <p:nvPicPr>
          <p:cNvPr id="57" name="Google Shape;57;p1" descr="C:\Users\PROJECT LAB\Desktop\College LOGO.png"/>
          <p:cNvPicPr preferRelativeResize="0"/>
          <p:nvPr/>
        </p:nvPicPr>
        <p:blipFill rotWithShape="1">
          <a:blip r:embed="rId3">
            <a:alphaModFix/>
          </a:blip>
          <a:srcRect/>
          <a:stretch/>
        </p:blipFill>
        <p:spPr>
          <a:xfrm>
            <a:off x="3838575" y="3286617"/>
            <a:ext cx="1466850" cy="1066801"/>
          </a:xfrm>
          <a:prstGeom prst="rect">
            <a:avLst/>
          </a:prstGeom>
          <a:noFill/>
          <a:ln>
            <a:noFill/>
          </a:ln>
        </p:spPr>
      </p:pic>
      <p:sp>
        <p:nvSpPr>
          <p:cNvPr id="58" name="Google Shape;58;p1"/>
          <p:cNvSpPr txBox="1">
            <a:spLocks noGrp="1"/>
          </p:cNvSpPr>
          <p:nvPr>
            <p:ph type="ftr" idx="11"/>
          </p:nvPr>
        </p:nvSpPr>
        <p:spPr>
          <a:xfrm>
            <a:off x="3352800" y="6477000"/>
            <a:ext cx="5637530" cy="215444"/>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None/>
            </a:pPr>
            <a:r>
              <a:rPr lang="en-US" sz="1400" b="1" dirty="0"/>
              <a:t>S. B. Jain Institute of Technology Management and research</a:t>
            </a:r>
            <a:endParaRPr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g3f9a5c084c8_0_0"/>
          <p:cNvSpPr txBox="1">
            <a:spLocks noGrp="1"/>
          </p:cNvSpPr>
          <p:nvPr>
            <p:ph type="title"/>
          </p:nvPr>
        </p:nvSpPr>
        <p:spPr>
          <a:xfrm>
            <a:off x="670559" y="346709"/>
            <a:ext cx="7803000" cy="861774"/>
          </a:xfrm>
          <a:prstGeom prst="rect">
            <a:avLst/>
          </a:prstGeom>
        </p:spPr>
        <p:txBody>
          <a:bodyPr spcFirstLastPara="1" wrap="square" lIns="0" tIns="0" rIns="0" bIns="0" anchor="t" anchorCtr="0">
            <a:spAutoFit/>
          </a:bodyPr>
          <a:lstStyle/>
          <a:p>
            <a:r>
              <a:rPr lang="en-US" sz="2800" b="1" i="1" dirty="0">
                <a:latin typeface="Times New Roman" panose="02020603050405020304" pitchFamily="18" charset="0"/>
                <a:cs typeface="Times New Roman" panose="02020603050405020304" pitchFamily="18" charset="0"/>
              </a:rPr>
              <a:t>Problem statement:</a:t>
            </a:r>
            <a:br>
              <a:rPr lang="en-US" sz="2800" b="1" i="1" dirty="0">
                <a:latin typeface="Times New Roman" panose="02020603050405020304" pitchFamily="18" charset="0"/>
                <a:cs typeface="Times New Roman" panose="02020603050405020304" pitchFamily="18" charset="0"/>
              </a:rPr>
            </a:br>
            <a:endParaRPr sz="2800" b="1" i="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2381893-7D7D-B902-E868-D8FCA57C25F8}"/>
              </a:ext>
            </a:extLst>
          </p:cNvPr>
          <p:cNvSpPr txBox="1"/>
          <p:nvPr/>
        </p:nvSpPr>
        <p:spPr>
          <a:xfrm>
            <a:off x="670441" y="882173"/>
            <a:ext cx="7803000" cy="1815882"/>
          </a:xfrm>
          <a:prstGeom prst="rect">
            <a:avLst/>
          </a:prstGeom>
          <a:noFill/>
        </p:spPr>
        <p:txBody>
          <a:bodyPr wrap="square">
            <a:spAutoFit/>
          </a:bodyPr>
          <a:lstStyle/>
          <a:p>
            <a:r>
              <a:rPr lang="en-IN" sz="1600" b="1" u="sng" dirty="0">
                <a:latin typeface="Times New Roman" panose="02020603050405020304" pitchFamily="18" charset="0"/>
                <a:cs typeface="Times New Roman" panose="02020603050405020304" pitchFamily="18" charset="0"/>
              </a:rPr>
              <a:t>Personal Expense Tracker: </a:t>
            </a:r>
          </a:p>
          <a:p>
            <a:r>
              <a:rPr lang="en-IN" sz="1600" dirty="0">
                <a:latin typeface="Times New Roman" panose="02020603050405020304" pitchFamily="18" charset="0"/>
                <a:cs typeface="Times New Roman" panose="02020603050405020304" pitchFamily="18" charset="0"/>
              </a:rPr>
              <a:t>Develop a Python-based Personal Expense Tracker that helps users record, organize, and monitor their daily income and expenses. The application should allow users to add, view, update, and delete financial transactions, categorize expenses, calculate total income, total expenses, and current balance, and generate monthly or category-wise expense reports. The system should securely store financial records using file handling or a database and provide a simple, menu-driven interface for efficient personal finance management. </a:t>
            </a:r>
          </a:p>
        </p:txBody>
      </p:sp>
      <p:sp>
        <p:nvSpPr>
          <p:cNvPr id="2" name="Footer Placeholder 1">
            <a:extLst>
              <a:ext uri="{FF2B5EF4-FFF2-40B4-BE49-F238E27FC236}">
                <a16:creationId xmlns:a16="http://schemas.microsoft.com/office/drawing/2014/main" id="{9C2B6C9A-21D3-A31D-A2E8-9B9DB5ACFC06}"/>
              </a:ext>
            </a:extLst>
          </p:cNvPr>
          <p:cNvSpPr>
            <a:spLocks noGrp="1"/>
          </p:cNvSpPr>
          <p:nvPr>
            <p:ph type="ftr" idx="11"/>
          </p:nvPr>
        </p:nvSpPr>
        <p:spPr/>
        <p:txBody>
          <a:bodyPr/>
          <a:lstStyle/>
          <a:p>
            <a:r>
              <a:rPr lang="en-US"/>
              <a:t>S. B. Jain Institute of Technology Management and research</a:t>
            </a:r>
          </a:p>
        </p:txBody>
      </p:sp>
      <p:sp>
        <p:nvSpPr>
          <p:cNvPr id="5" name="TextBox 4">
            <a:extLst>
              <a:ext uri="{FF2B5EF4-FFF2-40B4-BE49-F238E27FC236}">
                <a16:creationId xmlns:a16="http://schemas.microsoft.com/office/drawing/2014/main" id="{76AA18D4-D08E-4CC0-02E3-C7B0108F9362}"/>
              </a:ext>
            </a:extLst>
          </p:cNvPr>
          <p:cNvSpPr txBox="1"/>
          <p:nvPr/>
        </p:nvSpPr>
        <p:spPr>
          <a:xfrm>
            <a:off x="670441" y="2871648"/>
            <a:ext cx="4572000"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Objectives:</a:t>
            </a:r>
          </a:p>
        </p:txBody>
      </p:sp>
      <p:sp>
        <p:nvSpPr>
          <p:cNvPr id="7" name="TextBox 6">
            <a:extLst>
              <a:ext uri="{FF2B5EF4-FFF2-40B4-BE49-F238E27FC236}">
                <a16:creationId xmlns:a16="http://schemas.microsoft.com/office/drawing/2014/main" id="{061661C0-AED6-3085-20D3-8571B7BBCA54}"/>
              </a:ext>
            </a:extLst>
          </p:cNvPr>
          <p:cNvSpPr txBox="1"/>
          <p:nvPr/>
        </p:nvSpPr>
        <p:spPr>
          <a:xfrm>
            <a:off x="752764" y="3524688"/>
            <a:ext cx="7476836" cy="1815882"/>
          </a:xfrm>
          <a:prstGeom prst="rect">
            <a:avLst/>
          </a:prstGeom>
          <a:noFill/>
        </p:spPr>
        <p:txBody>
          <a:bodyPr wrap="square">
            <a:spAutoFit/>
          </a:bodyPr>
          <a:lstStyle/>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design a </a:t>
            </a:r>
            <a:r>
              <a:rPr lang="en-IN" sz="1600" b="1" dirty="0">
                <a:latin typeface="Times New Roman" panose="02020603050405020304" pitchFamily="18" charset="0"/>
                <a:cs typeface="Times New Roman" panose="02020603050405020304" pitchFamily="18" charset="0"/>
              </a:rPr>
              <a:t>menu-driven Python application</a:t>
            </a:r>
            <a:r>
              <a:rPr lang="en-IN" sz="1600" dirty="0">
                <a:latin typeface="Times New Roman" panose="02020603050405020304" pitchFamily="18" charset="0"/>
                <a:cs typeface="Times New Roman" panose="02020603050405020304" pitchFamily="18" charset="0"/>
              </a:rPr>
              <a:t> for recording daily income and expenses.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let users </a:t>
            </a:r>
            <a:r>
              <a:rPr lang="en-IN" sz="1600" b="1" dirty="0">
                <a:latin typeface="Times New Roman" panose="02020603050405020304" pitchFamily="18" charset="0"/>
                <a:cs typeface="Times New Roman" panose="02020603050405020304" pitchFamily="18" charset="0"/>
              </a:rPr>
              <a:t>add, view, update, and delete</a:t>
            </a:r>
            <a:r>
              <a:rPr lang="en-IN" sz="1600" dirty="0">
                <a:latin typeface="Times New Roman" panose="02020603050405020304" pitchFamily="18" charset="0"/>
                <a:cs typeface="Times New Roman" panose="02020603050405020304" pitchFamily="18" charset="0"/>
              </a:rPr>
              <a:t> financial transactions easily.</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a:t>
            </a:r>
            <a:r>
              <a:rPr lang="en-IN" sz="1600" b="1" dirty="0">
                <a:latin typeface="Times New Roman" panose="02020603050405020304" pitchFamily="18" charset="0"/>
                <a:cs typeface="Times New Roman" panose="02020603050405020304" pitchFamily="18" charset="0"/>
              </a:rPr>
              <a:t>categorize</a:t>
            </a:r>
            <a:r>
              <a:rPr lang="en-IN" sz="1600" dirty="0">
                <a:latin typeface="Times New Roman" panose="02020603050405020304" pitchFamily="18" charset="0"/>
                <a:cs typeface="Times New Roman" panose="02020603050405020304" pitchFamily="18" charset="0"/>
              </a:rPr>
              <a:t> transactions (e.g. Food, Rent, Salary, Travel) for better organization.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automatically </a:t>
            </a:r>
            <a:r>
              <a:rPr lang="en-IN" sz="1600" b="1" dirty="0">
                <a:latin typeface="Times New Roman" panose="02020603050405020304" pitchFamily="18" charset="0"/>
                <a:cs typeface="Times New Roman" panose="02020603050405020304" pitchFamily="18" charset="0"/>
              </a:rPr>
              <a:t>calculate total income, total expenses, and current balance</a:t>
            </a:r>
            <a:r>
              <a:rPr lang="en-IN" sz="1600"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generate </a:t>
            </a:r>
            <a:r>
              <a:rPr lang="en-IN" sz="1600" b="1" dirty="0">
                <a:latin typeface="Times New Roman" panose="02020603050405020304" pitchFamily="18" charset="0"/>
                <a:cs typeface="Times New Roman" panose="02020603050405020304" pitchFamily="18" charset="0"/>
              </a:rPr>
              <a:t>monthly and category-wise reports</a:t>
            </a:r>
            <a:r>
              <a:rPr lang="en-IN" sz="1600" dirty="0">
                <a:latin typeface="Times New Roman" panose="02020603050405020304" pitchFamily="18" charset="0"/>
                <a:cs typeface="Times New Roman" panose="02020603050405020304" pitchFamily="18" charset="0"/>
              </a:rPr>
              <a:t> for spending insights.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ensure </a:t>
            </a:r>
            <a:r>
              <a:rPr lang="en-IN" sz="1600" b="1" dirty="0">
                <a:latin typeface="Times New Roman" panose="02020603050405020304" pitchFamily="18" charset="0"/>
                <a:cs typeface="Times New Roman" panose="02020603050405020304" pitchFamily="18" charset="0"/>
              </a:rPr>
              <a:t>secure, persistent storage</a:t>
            </a:r>
            <a:r>
              <a:rPr lang="en-IN" sz="1600" dirty="0">
                <a:latin typeface="Times New Roman" panose="02020603050405020304" pitchFamily="18" charset="0"/>
                <a:cs typeface="Times New Roman" panose="02020603050405020304" pitchFamily="18" charset="0"/>
              </a:rPr>
              <a:t> of records using file handling (CSV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62B60F-B4F8-1EF9-6EE9-51C782CE3292}"/>
              </a:ext>
            </a:extLst>
          </p:cNvPr>
          <p:cNvSpPr txBox="1"/>
          <p:nvPr/>
        </p:nvSpPr>
        <p:spPr>
          <a:xfrm>
            <a:off x="484910" y="198841"/>
            <a:ext cx="4572000"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Algorithm</a:t>
            </a:r>
          </a:p>
        </p:txBody>
      </p:sp>
      <p:graphicFrame>
        <p:nvGraphicFramePr>
          <p:cNvPr id="23" name="Diagram 22">
            <a:extLst>
              <a:ext uri="{FF2B5EF4-FFF2-40B4-BE49-F238E27FC236}">
                <a16:creationId xmlns:a16="http://schemas.microsoft.com/office/drawing/2014/main" id="{B32B22A9-91CB-53D3-F90E-261EE383EDAF}"/>
              </a:ext>
            </a:extLst>
          </p:cNvPr>
          <p:cNvGraphicFramePr/>
          <p:nvPr>
            <p:extLst>
              <p:ext uri="{D42A27DB-BD31-4B8C-83A1-F6EECF244321}">
                <p14:modId xmlns:p14="http://schemas.microsoft.com/office/powerpoint/2010/main" val="3627564185"/>
              </p:ext>
            </p:extLst>
          </p:nvPr>
        </p:nvGraphicFramePr>
        <p:xfrm>
          <a:off x="752763" y="798854"/>
          <a:ext cx="7638473" cy="5564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8417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5324B-2778-9C5C-F8C8-6D993C46CC0F}"/>
              </a:ext>
            </a:extLst>
          </p:cNvPr>
          <p:cNvSpPr txBox="1"/>
          <p:nvPr/>
        </p:nvSpPr>
        <p:spPr>
          <a:xfrm>
            <a:off x="417729" y="358053"/>
            <a:ext cx="4572000"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Flowchart/pseudocode</a:t>
            </a:r>
          </a:p>
        </p:txBody>
      </p:sp>
      <p:pic>
        <p:nvPicPr>
          <p:cNvPr id="4" name="Picture 3">
            <a:extLst>
              <a:ext uri="{FF2B5EF4-FFF2-40B4-BE49-F238E27FC236}">
                <a16:creationId xmlns:a16="http://schemas.microsoft.com/office/drawing/2014/main" id="{F3EDFC15-D70A-A9CC-DD20-339EC39A0996}"/>
              </a:ext>
            </a:extLst>
          </p:cNvPr>
          <p:cNvPicPr>
            <a:picLocks noChangeAspect="1"/>
          </p:cNvPicPr>
          <p:nvPr/>
        </p:nvPicPr>
        <p:blipFill>
          <a:blip r:embed="rId2"/>
          <a:stretch>
            <a:fillRect/>
          </a:stretch>
        </p:blipFill>
        <p:spPr>
          <a:xfrm>
            <a:off x="1026332" y="175830"/>
            <a:ext cx="7498832" cy="6506339"/>
          </a:xfrm>
          <a:prstGeom prst="rect">
            <a:avLst/>
          </a:prstGeom>
        </p:spPr>
      </p:pic>
    </p:spTree>
    <p:extLst>
      <p:ext uri="{BB962C8B-B14F-4D97-AF65-F5344CB8AC3E}">
        <p14:creationId xmlns:p14="http://schemas.microsoft.com/office/powerpoint/2010/main" val="1563728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BDFEA1-EFFC-551D-18C7-81F59F98DAA0}"/>
              </a:ext>
            </a:extLst>
          </p:cNvPr>
          <p:cNvSpPr txBox="1"/>
          <p:nvPr/>
        </p:nvSpPr>
        <p:spPr>
          <a:xfrm>
            <a:off x="441036" y="399668"/>
            <a:ext cx="5109372" cy="523220"/>
          </a:xfrm>
          <a:prstGeom prst="rect">
            <a:avLst/>
          </a:prstGeom>
          <a:noFill/>
        </p:spPr>
        <p:txBody>
          <a:bodyPr wrap="square">
            <a:spAutoFit/>
          </a:bodyPr>
          <a:lstStyle/>
          <a:p>
            <a:pPr lvl="0" algn="l" rtl="0">
              <a:spcBef>
                <a:spcPts val="0"/>
              </a:spcBef>
              <a:spcAft>
                <a:spcPts val="0"/>
              </a:spcAft>
              <a:buClr>
                <a:schemeClr val="dk1"/>
              </a:buClr>
              <a:buSzPts val="1800"/>
            </a:pPr>
            <a:r>
              <a:rPr lang="en-US" sz="2800" b="1" i="1" dirty="0">
                <a:latin typeface="Times New Roman" panose="02020603050405020304" pitchFamily="18" charset="0"/>
                <a:cs typeface="Times New Roman" panose="02020603050405020304" pitchFamily="18" charset="0"/>
              </a:rPr>
              <a:t>Understanding of Python logic</a:t>
            </a:r>
          </a:p>
        </p:txBody>
      </p:sp>
      <p:graphicFrame>
        <p:nvGraphicFramePr>
          <p:cNvPr id="2" name="Diagram 1">
            <a:extLst>
              <a:ext uri="{FF2B5EF4-FFF2-40B4-BE49-F238E27FC236}">
                <a16:creationId xmlns:a16="http://schemas.microsoft.com/office/drawing/2014/main" id="{1D2DA271-4A61-7717-5041-580D522ABF71}"/>
              </a:ext>
            </a:extLst>
          </p:cNvPr>
          <p:cNvGraphicFramePr/>
          <p:nvPr>
            <p:extLst>
              <p:ext uri="{D42A27DB-BD31-4B8C-83A1-F6EECF244321}">
                <p14:modId xmlns:p14="http://schemas.microsoft.com/office/powerpoint/2010/main" val="653306352"/>
              </p:ext>
            </p:extLst>
          </p:nvPr>
        </p:nvGraphicFramePr>
        <p:xfrm>
          <a:off x="704088" y="1033272"/>
          <a:ext cx="8046720" cy="5046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7082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8A140B-0106-6E63-B439-A719D1C62FFA}"/>
              </a:ext>
            </a:extLst>
          </p:cNvPr>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GitHub — Repository, Commits &amp; Contribution</a:t>
            </a:r>
            <a:endParaRPr lang="en-IN" sz="2800" i="1" dirty="0">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DFAD1DAE-0F15-07B7-3ADE-E4887B009CCF}"/>
              </a:ext>
            </a:extLst>
          </p:cNvPr>
          <p:cNvGraphicFramePr/>
          <p:nvPr>
            <p:extLst>
              <p:ext uri="{D42A27DB-BD31-4B8C-83A1-F6EECF244321}">
                <p14:modId xmlns:p14="http://schemas.microsoft.com/office/powerpoint/2010/main" val="1188156118"/>
              </p:ext>
            </p:extLst>
          </p:nvPr>
        </p:nvGraphicFramePr>
        <p:xfrm>
          <a:off x="274320" y="934700"/>
          <a:ext cx="8869680" cy="5312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1591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Phase 2 – Implementation</a:t>
            </a:r>
            <a:endParaRPr lang="en-IN" sz="2800" i="1" dirty="0">
              <a:latin typeface="Times New Roman" panose="02020603050405020304" pitchFamily="18" charset="0"/>
              <a:cs typeface="Times New Roman" panose="02020603050405020304" pitchFamily="18" charset="0"/>
            </a:endParaRPr>
          </a:p>
        </p:txBody>
      </p:sp>
      <p:sp>
        <p:nvSpPr>
          <p:cNvPr id="3" name="Implementation bullets 3"/>
          <p:cNvSpPr txBox="1"/>
          <p:nvPr/>
        </p:nvSpPr>
        <p:spPr>
          <a:xfrm>
            <a:off x="475488" y="1024128"/>
            <a:ext cx="8193024" cy="1371600"/>
          </a:xfrm>
          <a:prstGeom prst="rect">
            <a:avLst/>
          </a:prstGeom>
          <a:noFill/>
          <a:ln>
            <a:noFill/>
          </a:ln>
        </p:spPr>
        <p:txBody>
          <a:bodyPr wrap="square" lIns="91440" tIns="45720" rIns="91440" bIns="45720" rtlCol="0" anchor="t">
            <a:noAutofit/>
          </a:bodyPr>
          <a:lstStyle/>
          <a:p>
            <a:pPr marL="342900" indent="-342900" algn="l" rtl="0">
              <a:spcBef>
                <a:spcPts val="600"/>
              </a:spcBef>
              <a:spcAft>
                <a:spcPts val="0"/>
              </a:spcAft>
              <a:buClr>
                <a:srgbClr val="000000"/>
              </a:buClr>
              <a:buSzPct val="100000"/>
              <a:buFont typeface="Arial"/>
              <a:buChar char="•"/>
            </a:pPr>
            <a:r>
              <a:rPr lang="en-IN" sz="1600" b="0" i="0" dirty="0">
                <a:solidFill>
                  <a:srgbClr val="1A1A1A"/>
                </a:solidFill>
                <a:latin typeface="Times New Roman" panose="02020603050405020304" pitchFamily="18" charset="0"/>
                <a:cs typeface="Times New Roman" panose="02020603050405020304" pitchFamily="18" charset="0"/>
              </a:rPr>
              <a:t>Started the </a:t>
            </a:r>
            <a:r>
              <a:rPr lang="en-IN" sz="1600" b="1" i="0" dirty="0">
                <a:solidFill>
                  <a:srgbClr val="1A1A1A"/>
                </a:solidFill>
                <a:latin typeface="Times New Roman" panose="02020603050405020304" pitchFamily="18" charset="0"/>
                <a:cs typeface="Times New Roman" panose="02020603050405020304" pitchFamily="18" charset="0"/>
              </a:rPr>
              <a:t>practical implementation</a:t>
            </a:r>
            <a:r>
              <a:rPr lang="en-IN" sz="1600" b="0" i="0" dirty="0">
                <a:solidFill>
                  <a:srgbClr val="1A1A1A"/>
                </a:solidFill>
                <a:latin typeface="Times New Roman" panose="02020603050405020304" pitchFamily="18" charset="0"/>
                <a:cs typeface="Times New Roman" panose="02020603050405020304" pitchFamily="18" charset="0"/>
              </a:rPr>
              <a:t> of the Python Personal Expense Tracker.</a:t>
            </a:r>
            <a:endParaRPr lang="en-IN" sz="1600" dirty="0">
              <a:latin typeface="Times New Roman" panose="02020603050405020304" pitchFamily="18" charset="0"/>
              <a:cs typeface="Times New Roman" panose="02020603050405020304" pitchFamily="18" charset="0"/>
            </a:endParaRPr>
          </a:p>
          <a:p>
            <a:pPr marL="342900" indent="-342900" algn="l" rtl="0">
              <a:spcBef>
                <a:spcPts val="600"/>
              </a:spcBef>
              <a:spcAft>
                <a:spcPts val="0"/>
              </a:spcAft>
              <a:buClr>
                <a:srgbClr val="000000"/>
              </a:buClr>
              <a:buSzPct val="100000"/>
              <a:buFont typeface="Arial"/>
              <a:buChar char="•"/>
            </a:pPr>
            <a:r>
              <a:rPr lang="en-IN" sz="1600" b="0" i="0" dirty="0">
                <a:solidFill>
                  <a:srgbClr val="1A1A1A"/>
                </a:solidFill>
                <a:latin typeface="Times New Roman" panose="02020603050405020304" pitchFamily="18" charset="0"/>
                <a:cs typeface="Times New Roman" panose="02020603050405020304" pitchFamily="18" charset="0"/>
              </a:rPr>
              <a:t>Developed a </a:t>
            </a:r>
            <a:r>
              <a:rPr lang="en-IN" sz="1600" b="1" i="0" dirty="0">
                <a:solidFill>
                  <a:srgbClr val="1A1A1A"/>
                </a:solidFill>
                <a:latin typeface="Times New Roman" panose="02020603050405020304" pitchFamily="18" charset="0"/>
                <a:cs typeface="Times New Roman" panose="02020603050405020304" pitchFamily="18" charset="0"/>
              </a:rPr>
              <a:t>menu-driven Python program</a:t>
            </a:r>
            <a:r>
              <a:rPr lang="en-IN" sz="1600" b="0" i="0" dirty="0">
                <a:solidFill>
                  <a:srgbClr val="1A1A1A"/>
                </a:solidFill>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342900" indent="-342900" algn="l" rtl="0">
              <a:spcBef>
                <a:spcPts val="600"/>
              </a:spcBef>
              <a:spcAft>
                <a:spcPts val="0"/>
              </a:spcAft>
              <a:buClr>
                <a:srgbClr val="000000"/>
              </a:buClr>
              <a:buSzPct val="100000"/>
              <a:buFont typeface="Arial"/>
              <a:buChar char="•"/>
            </a:pPr>
            <a:r>
              <a:rPr lang="en-IN" sz="1600" b="0" i="0" dirty="0">
                <a:solidFill>
                  <a:srgbClr val="1A1A1A"/>
                </a:solidFill>
                <a:latin typeface="Times New Roman" panose="02020603050405020304" pitchFamily="18" charset="0"/>
                <a:cs typeface="Times New Roman" panose="02020603050405020304" pitchFamily="18" charset="0"/>
              </a:rPr>
              <a:t>Implemented </a:t>
            </a:r>
            <a:r>
              <a:rPr lang="en-IN" sz="1600" b="1" i="0" dirty="0">
                <a:solidFill>
                  <a:srgbClr val="1A1A1A"/>
                </a:solidFill>
                <a:latin typeface="Times New Roman" panose="02020603050405020304" pitchFamily="18" charset="0"/>
                <a:cs typeface="Times New Roman" panose="02020603050405020304" pitchFamily="18" charset="0"/>
              </a:rPr>
              <a:t>CSV file handling</a:t>
            </a:r>
            <a:r>
              <a:rPr lang="en-IN" sz="1600" b="0" i="0" dirty="0">
                <a:solidFill>
                  <a:srgbClr val="1A1A1A"/>
                </a:solidFill>
                <a:latin typeface="Times New Roman" panose="02020603050405020304" pitchFamily="18" charset="0"/>
                <a:cs typeface="Times New Roman" panose="02020603050405020304" pitchFamily="18" charset="0"/>
              </a:rPr>
              <a:t> for storing transactions.</a:t>
            </a:r>
            <a:endParaRPr lang="en-IN" sz="1600" dirty="0">
              <a:latin typeface="Times New Roman" panose="02020603050405020304" pitchFamily="18" charset="0"/>
              <a:cs typeface="Times New Roman" panose="02020603050405020304" pitchFamily="18" charset="0"/>
            </a:endParaRPr>
          </a:p>
          <a:p>
            <a:pPr marL="342900" indent="-342900" algn="l" rtl="0">
              <a:spcBef>
                <a:spcPts val="600"/>
              </a:spcBef>
              <a:spcAft>
                <a:spcPts val="0"/>
              </a:spcAft>
              <a:buClr>
                <a:srgbClr val="000000"/>
              </a:buClr>
              <a:buSzPct val="100000"/>
              <a:buFont typeface="Arial"/>
              <a:buChar char="•"/>
            </a:pPr>
            <a:r>
              <a:rPr lang="en-IN" sz="1600" b="0" i="0" dirty="0">
                <a:solidFill>
                  <a:srgbClr val="1A1A1A"/>
                </a:solidFill>
                <a:latin typeface="Times New Roman" panose="02020603050405020304" pitchFamily="18" charset="0"/>
                <a:cs typeface="Times New Roman" panose="02020603050405020304" pitchFamily="18" charset="0"/>
              </a:rPr>
              <a:t>Added fields for </a:t>
            </a:r>
            <a:r>
              <a:rPr lang="en-IN" sz="1600" b="1" i="0" dirty="0">
                <a:solidFill>
                  <a:srgbClr val="1A1A1A"/>
                </a:solidFill>
                <a:latin typeface="Times New Roman" panose="02020603050405020304" pitchFamily="18" charset="0"/>
                <a:cs typeface="Times New Roman" panose="02020603050405020304" pitchFamily="18" charset="0"/>
              </a:rPr>
              <a:t>Date, Type, Category, Amount and Description</a:t>
            </a:r>
            <a:r>
              <a:rPr lang="en-IN" sz="1600" b="0" i="0" dirty="0">
                <a:solidFill>
                  <a:srgbClr val="1A1A1A"/>
                </a:solidFill>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
        <p:nvSpPr>
          <p:cNvPr id="4" name="Subheading 4"/>
          <p:cNvSpPr txBox="1"/>
          <p:nvPr/>
        </p:nvSpPr>
        <p:spPr>
          <a:xfrm>
            <a:off x="475488" y="2487168"/>
            <a:ext cx="5486400" cy="384048"/>
          </a:xfrm>
          <a:prstGeom prst="rect">
            <a:avLst/>
          </a:prstGeom>
          <a:noFill/>
          <a:ln>
            <a:noFill/>
          </a:ln>
        </p:spPr>
        <p:txBody>
          <a:bodyPr wrap="square" lIns="91440" tIns="45720" rIns="91440" bIns="45720" rtlCol="0" anchor="t">
            <a:noAutofit/>
          </a:bodyPr>
          <a:lstStyle/>
          <a:p>
            <a:pPr marL="0" indent="0" algn="l" rtl="0">
              <a:spcBef>
                <a:spcPts val="0"/>
              </a:spcBef>
              <a:spcAft>
                <a:spcPts val="0"/>
              </a:spcAft>
              <a:buNone/>
            </a:pPr>
            <a:r>
              <a:rPr lang="en-IN" sz="2000" b="1" i="1" dirty="0">
                <a:solidFill>
                  <a:srgbClr val="1A1A1A"/>
                </a:solidFill>
                <a:latin typeface="Times New Roman" panose="02020603050405020304" pitchFamily="18" charset="0"/>
                <a:cs typeface="Times New Roman" panose="02020603050405020304" pitchFamily="18" charset="0"/>
              </a:rPr>
              <a:t>Python modules used:</a:t>
            </a:r>
            <a:endParaRPr lang="en-IN" sz="2000" dirty="0">
              <a:latin typeface="Times New Roman" panose="02020603050405020304" pitchFamily="18" charset="0"/>
              <a:cs typeface="Times New Roman" panose="02020603050405020304" pitchFamily="18" charset="0"/>
            </a:endParaRPr>
          </a:p>
        </p:txBody>
      </p:sp>
      <p:sp>
        <p:nvSpPr>
          <p:cNvPr id="5" name="Module card 5"/>
          <p:cNvSpPr/>
          <p:nvPr/>
        </p:nvSpPr>
        <p:spPr>
          <a:xfrm>
            <a:off x="566928" y="2926080"/>
            <a:ext cx="2548128" cy="841248"/>
          </a:xfrm>
          <a:prstGeom prst="roundRect">
            <a:avLst>
              <a:gd name="adj" fmla="val 9000"/>
            </a:avLst>
          </a:prstGeom>
          <a:solidFill>
            <a:srgbClr val="E7E1F0"/>
          </a:solidFill>
          <a:ln w="12700">
            <a:solidFill>
              <a:srgbClr val="D3C9E3"/>
            </a:solidFill>
          </a:ln>
        </p:spPr>
        <p:txBody>
          <a:bodyPr wrap="square" lIns="182880" tIns="54864" rIns="36576" bIns="54864" rtlCol="0" anchor="ctr">
            <a:noAutofit/>
          </a:bodyPr>
          <a:lstStyle/>
          <a:p>
            <a:pPr marL="0" indent="0" algn="l" rtl="0">
              <a:spcBef>
                <a:spcPts val="0"/>
              </a:spcBef>
              <a:spcAft>
                <a:spcPts val="0"/>
              </a:spcAft>
              <a:buNone/>
            </a:pPr>
            <a:r>
              <a:rPr lang="en-IN" sz="2000" b="1" i="0" dirty="0">
                <a:solidFill>
                  <a:srgbClr val="5E4685"/>
                </a:solidFill>
                <a:latin typeface="Times New Roman" panose="02020603050405020304" pitchFamily="18" charset="0"/>
                <a:cs typeface="Times New Roman" panose="02020603050405020304" pitchFamily="18" charset="0"/>
              </a:rPr>
              <a:t>csv</a:t>
            </a:r>
            <a:endParaRPr lang="en-IN" sz="20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for storing and reading records</a:t>
            </a:r>
            <a:endParaRPr lang="en-IN" sz="1400" dirty="0">
              <a:latin typeface="Times New Roman" panose="02020603050405020304" pitchFamily="18" charset="0"/>
              <a:cs typeface="Times New Roman" panose="02020603050405020304" pitchFamily="18" charset="0"/>
            </a:endParaRPr>
          </a:p>
        </p:txBody>
      </p:sp>
      <p:sp>
        <p:nvSpPr>
          <p:cNvPr id="6" name="Module card 6"/>
          <p:cNvSpPr/>
          <p:nvPr/>
        </p:nvSpPr>
        <p:spPr>
          <a:xfrm>
            <a:off x="3297936" y="2926080"/>
            <a:ext cx="2548128" cy="841248"/>
          </a:xfrm>
          <a:prstGeom prst="roundRect">
            <a:avLst>
              <a:gd name="adj" fmla="val 9000"/>
            </a:avLst>
          </a:prstGeom>
          <a:solidFill>
            <a:srgbClr val="E1EAF5"/>
          </a:solidFill>
          <a:ln w="12700">
            <a:solidFill>
              <a:srgbClr val="C7D8EC"/>
            </a:solidFill>
          </a:ln>
        </p:spPr>
        <p:txBody>
          <a:bodyPr wrap="square" lIns="182880" tIns="54864" rIns="36576" bIns="54864" rtlCol="0" anchor="ctr">
            <a:noAutofit/>
          </a:bodyPr>
          <a:lstStyle/>
          <a:p>
            <a:pPr marL="0" indent="0" algn="l" rtl="0">
              <a:spcBef>
                <a:spcPts val="0"/>
              </a:spcBef>
              <a:spcAft>
                <a:spcPts val="0"/>
              </a:spcAft>
              <a:buNone/>
            </a:pPr>
            <a:r>
              <a:rPr lang="en-IN" sz="2000" b="1" i="0" dirty="0">
                <a:solidFill>
                  <a:srgbClr val="2F5D96"/>
                </a:solidFill>
                <a:latin typeface="Times New Roman" panose="02020603050405020304" pitchFamily="18" charset="0"/>
                <a:cs typeface="Times New Roman" panose="02020603050405020304" pitchFamily="18" charset="0"/>
              </a:rPr>
              <a:t>os</a:t>
            </a:r>
            <a:endParaRPr lang="en-IN" sz="20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for checking the CSV file</a:t>
            </a:r>
            <a:endParaRPr lang="en-IN" sz="1400" dirty="0">
              <a:latin typeface="Times New Roman" panose="02020603050405020304" pitchFamily="18" charset="0"/>
              <a:cs typeface="Times New Roman" panose="02020603050405020304" pitchFamily="18" charset="0"/>
            </a:endParaRPr>
          </a:p>
        </p:txBody>
      </p:sp>
      <p:sp>
        <p:nvSpPr>
          <p:cNvPr id="7" name="Module card 7"/>
          <p:cNvSpPr/>
          <p:nvPr/>
        </p:nvSpPr>
        <p:spPr>
          <a:xfrm>
            <a:off x="6028944" y="2926080"/>
            <a:ext cx="2548128" cy="841248"/>
          </a:xfrm>
          <a:prstGeom prst="roundRect">
            <a:avLst>
              <a:gd name="adj" fmla="val 9000"/>
            </a:avLst>
          </a:prstGeom>
          <a:solidFill>
            <a:srgbClr val="DDEFF3"/>
          </a:solidFill>
          <a:ln w="12700">
            <a:solidFill>
              <a:srgbClr val="BFDDE6"/>
            </a:solidFill>
          </a:ln>
        </p:spPr>
        <p:txBody>
          <a:bodyPr wrap="square" lIns="182880" tIns="54864" rIns="36576" bIns="54864" rtlCol="0" anchor="ctr">
            <a:noAutofit/>
          </a:bodyPr>
          <a:lstStyle/>
          <a:p>
            <a:pPr marL="0" indent="0" algn="l" rtl="0">
              <a:spcBef>
                <a:spcPts val="0"/>
              </a:spcBef>
              <a:spcAft>
                <a:spcPts val="0"/>
              </a:spcAft>
              <a:buNone/>
            </a:pPr>
            <a:r>
              <a:rPr lang="en-IN" sz="2000" b="1" i="0" dirty="0">
                <a:solidFill>
                  <a:srgbClr val="1F6A80"/>
                </a:solidFill>
                <a:latin typeface="Times New Roman" panose="02020603050405020304" pitchFamily="18" charset="0"/>
                <a:cs typeface="Times New Roman" panose="02020603050405020304" pitchFamily="18" charset="0"/>
              </a:rPr>
              <a:t>datetime</a:t>
            </a:r>
            <a:endParaRPr lang="en-IN" sz="20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for date validation</a:t>
            </a:r>
            <a:endParaRPr lang="en-IN" sz="1400" dirty="0">
              <a:latin typeface="Times New Roman" panose="02020603050405020304" pitchFamily="18" charset="0"/>
              <a:cs typeface="Times New Roman" panose="02020603050405020304" pitchFamily="18" charset="0"/>
            </a:endParaRPr>
          </a:p>
        </p:txBody>
      </p:sp>
      <p:sp>
        <p:nvSpPr>
          <p:cNvPr id="8" name="Subheading 8"/>
          <p:cNvSpPr txBox="1"/>
          <p:nvPr/>
        </p:nvSpPr>
        <p:spPr>
          <a:xfrm>
            <a:off x="475488" y="3931920"/>
            <a:ext cx="5486400" cy="384048"/>
          </a:xfrm>
          <a:prstGeom prst="rect">
            <a:avLst/>
          </a:prstGeom>
          <a:noFill/>
          <a:ln>
            <a:noFill/>
          </a:ln>
        </p:spPr>
        <p:txBody>
          <a:bodyPr wrap="square" lIns="91440" tIns="45720" rIns="91440" bIns="45720" rtlCol="0" anchor="t">
            <a:noAutofit/>
          </a:bodyPr>
          <a:lstStyle/>
          <a:p>
            <a:pPr marL="0" indent="0" algn="l" rtl="0">
              <a:spcBef>
                <a:spcPts val="0"/>
              </a:spcBef>
              <a:spcAft>
                <a:spcPts val="0"/>
              </a:spcAft>
              <a:buNone/>
            </a:pPr>
            <a:r>
              <a:rPr lang="en-IN" sz="2000" b="1" i="1" dirty="0">
                <a:solidFill>
                  <a:srgbClr val="1A1A1A"/>
                </a:solidFill>
                <a:latin typeface="Times New Roman" panose="02020603050405020304" pitchFamily="18" charset="0"/>
                <a:cs typeface="Times New Roman" panose="02020603050405020304" pitchFamily="18" charset="0"/>
              </a:rPr>
              <a:t>Data flow:</a:t>
            </a:r>
            <a:endParaRPr lang="en-IN" sz="2000" dirty="0">
              <a:latin typeface="Times New Roman" panose="02020603050405020304" pitchFamily="18" charset="0"/>
              <a:cs typeface="Times New Roman" panose="02020603050405020304" pitchFamily="18" charset="0"/>
            </a:endParaRPr>
          </a:p>
        </p:txBody>
      </p:sp>
      <p:sp>
        <p:nvSpPr>
          <p:cNvPr id="9" name="Flow node 9"/>
          <p:cNvSpPr/>
          <p:nvPr/>
        </p:nvSpPr>
        <p:spPr>
          <a:xfrm>
            <a:off x="566928" y="4389120"/>
            <a:ext cx="2286000" cy="1600200"/>
          </a:xfrm>
          <a:prstGeom prst="roundRect">
            <a:avLst>
              <a:gd name="adj" fmla="val 8000"/>
            </a:avLst>
          </a:prstGeom>
          <a:solidFill>
            <a:srgbClr val="8064A2"/>
          </a:solidFill>
          <a:ln>
            <a:noFill/>
          </a:ln>
        </p:spPr>
      </p:sp>
      <p:pic>
        <p:nvPicPr>
          <p:cNvPr id="10" name="Icon 10" descr="Python Program icon"/>
          <p:cNvPicPr>
            <a:picLocks noChangeAspect="1"/>
          </p:cNvPicPr>
          <p:nvPr/>
        </p:nvPicPr>
        <p:blipFill>
          <a:blip r:embed="rId2"/>
          <a:stretch>
            <a:fillRect/>
          </a:stretch>
        </p:blipFill>
        <p:spPr>
          <a:xfrm>
            <a:off x="1435608" y="4572000"/>
            <a:ext cx="548640" cy="548640"/>
          </a:xfrm>
          <a:prstGeom prst="rect">
            <a:avLst/>
          </a:prstGeom>
        </p:spPr>
      </p:pic>
      <p:sp>
        <p:nvSpPr>
          <p:cNvPr id="11" name="Flow label 11"/>
          <p:cNvSpPr txBox="1"/>
          <p:nvPr/>
        </p:nvSpPr>
        <p:spPr>
          <a:xfrm>
            <a:off x="566928" y="5193792"/>
            <a:ext cx="2286000" cy="777240"/>
          </a:xfrm>
          <a:prstGeom prst="rect">
            <a:avLst/>
          </a:prstGeom>
          <a:noFill/>
          <a:ln>
            <a:noFill/>
          </a:ln>
        </p:spPr>
        <p:txBody>
          <a:bodyPr wrap="square" lIns="109728" tIns="18288" rIns="109728" bIns="18288" rtlCol="0" anchor="t">
            <a:noAutofit/>
          </a:bodyPr>
          <a:lstStyle/>
          <a:p>
            <a:pPr marL="0" indent="0" algn="ctr" rtl="0">
              <a:spcBef>
                <a:spcPts val="0"/>
              </a:spcBef>
              <a:spcAft>
                <a:spcPts val="0"/>
              </a:spcAft>
              <a:buNone/>
            </a:pPr>
            <a:r>
              <a:rPr lang="en-IN" sz="1800" b="1" i="0" dirty="0">
                <a:solidFill>
                  <a:srgbClr val="FFFFFF"/>
                </a:solidFill>
                <a:latin typeface="Times New Roman" panose="02020603050405020304" pitchFamily="18" charset="0"/>
                <a:cs typeface="Times New Roman" panose="02020603050405020304" pitchFamily="18" charset="0"/>
              </a:rPr>
              <a:t>Python Program</a:t>
            </a:r>
            <a:endParaRPr lang="en-IN" sz="1800" dirty="0">
              <a:latin typeface="Times New Roman" panose="02020603050405020304" pitchFamily="18" charset="0"/>
              <a:cs typeface="Times New Roman" panose="02020603050405020304" pitchFamily="18" charset="0"/>
            </a:endParaRPr>
          </a:p>
          <a:p>
            <a:pPr marL="0" indent="0" algn="ctr" rtl="0">
              <a:spcBef>
                <a:spcPts val="200"/>
              </a:spcBef>
              <a:spcAft>
                <a:spcPts val="0"/>
              </a:spcAft>
              <a:buNone/>
            </a:pPr>
            <a:r>
              <a:rPr lang="en-IN" sz="1200" b="0" i="0" dirty="0">
                <a:solidFill>
                  <a:srgbClr val="FFFFFF"/>
                </a:solidFill>
                <a:latin typeface="Times New Roman" panose="02020603050405020304" pitchFamily="18" charset="0"/>
                <a:cs typeface="Times New Roman" panose="02020603050405020304" pitchFamily="18" charset="0"/>
              </a:rPr>
              <a:t>Menu-driven application</a:t>
            </a:r>
            <a:endParaRPr lang="en-IN" sz="1200" dirty="0">
              <a:latin typeface="Times New Roman" panose="02020603050405020304" pitchFamily="18" charset="0"/>
              <a:cs typeface="Times New Roman" panose="02020603050405020304" pitchFamily="18" charset="0"/>
            </a:endParaRPr>
          </a:p>
        </p:txBody>
      </p:sp>
      <p:sp>
        <p:nvSpPr>
          <p:cNvPr id="12" name="Flow arrow 12"/>
          <p:cNvSpPr/>
          <p:nvPr/>
        </p:nvSpPr>
        <p:spPr>
          <a:xfrm>
            <a:off x="2935224" y="4978908"/>
            <a:ext cx="411480" cy="420624"/>
          </a:xfrm>
          <a:prstGeom prst="rightArrow">
            <a:avLst/>
          </a:prstGeom>
          <a:solidFill>
            <a:srgbClr val="8BACAD"/>
          </a:solidFill>
          <a:ln>
            <a:noFill/>
          </a:ln>
        </p:spPr>
      </p:sp>
      <p:sp>
        <p:nvSpPr>
          <p:cNvPr id="13" name="Flow node 13"/>
          <p:cNvSpPr/>
          <p:nvPr/>
        </p:nvSpPr>
        <p:spPr>
          <a:xfrm>
            <a:off x="3429000" y="4389120"/>
            <a:ext cx="2286000" cy="1600200"/>
          </a:xfrm>
          <a:prstGeom prst="roundRect">
            <a:avLst>
              <a:gd name="adj" fmla="val 8000"/>
            </a:avLst>
          </a:prstGeom>
          <a:solidFill>
            <a:srgbClr val="4F81BD"/>
          </a:solidFill>
          <a:ln>
            <a:noFill/>
          </a:ln>
        </p:spPr>
      </p:sp>
      <p:pic>
        <p:nvPicPr>
          <p:cNvPr id="14" name="Icon 14" descr="CSV File icon"/>
          <p:cNvPicPr>
            <a:picLocks noChangeAspect="1"/>
          </p:cNvPicPr>
          <p:nvPr/>
        </p:nvPicPr>
        <p:blipFill>
          <a:blip r:embed="rId3"/>
          <a:stretch>
            <a:fillRect/>
          </a:stretch>
        </p:blipFill>
        <p:spPr>
          <a:xfrm>
            <a:off x="4297680" y="4572000"/>
            <a:ext cx="548640" cy="548640"/>
          </a:xfrm>
          <a:prstGeom prst="rect">
            <a:avLst/>
          </a:prstGeom>
        </p:spPr>
      </p:pic>
      <p:sp>
        <p:nvSpPr>
          <p:cNvPr id="15" name="Flow label 15"/>
          <p:cNvSpPr txBox="1"/>
          <p:nvPr/>
        </p:nvSpPr>
        <p:spPr>
          <a:xfrm>
            <a:off x="3429000" y="5193792"/>
            <a:ext cx="2286000" cy="777240"/>
          </a:xfrm>
          <a:prstGeom prst="rect">
            <a:avLst/>
          </a:prstGeom>
          <a:noFill/>
          <a:ln>
            <a:noFill/>
          </a:ln>
        </p:spPr>
        <p:txBody>
          <a:bodyPr wrap="square" lIns="109728" tIns="18288" rIns="109728" bIns="18288" rtlCol="0" anchor="t">
            <a:noAutofit/>
          </a:bodyPr>
          <a:lstStyle/>
          <a:p>
            <a:pPr marL="0" indent="0" algn="ctr" rtl="0">
              <a:spcBef>
                <a:spcPts val="0"/>
              </a:spcBef>
              <a:spcAft>
                <a:spcPts val="0"/>
              </a:spcAft>
              <a:buNone/>
            </a:pPr>
            <a:r>
              <a:rPr lang="en-IN" sz="1800" b="1" i="0" dirty="0">
                <a:solidFill>
                  <a:srgbClr val="FFFFFF"/>
                </a:solidFill>
                <a:latin typeface="Times New Roman" panose="02020603050405020304" pitchFamily="18" charset="0"/>
                <a:cs typeface="Times New Roman" panose="02020603050405020304" pitchFamily="18" charset="0"/>
              </a:rPr>
              <a:t>CSV File</a:t>
            </a:r>
            <a:endParaRPr lang="en-IN" sz="1800" dirty="0">
              <a:latin typeface="Times New Roman" panose="02020603050405020304" pitchFamily="18" charset="0"/>
              <a:cs typeface="Times New Roman" panose="02020603050405020304" pitchFamily="18" charset="0"/>
            </a:endParaRPr>
          </a:p>
          <a:p>
            <a:pPr marL="0" indent="0" algn="ctr" rtl="0">
              <a:spcBef>
                <a:spcPts val="200"/>
              </a:spcBef>
              <a:spcAft>
                <a:spcPts val="0"/>
              </a:spcAft>
              <a:buNone/>
            </a:pPr>
            <a:r>
              <a:rPr lang="en-IN" sz="1200" b="0" i="0" dirty="0">
                <a:solidFill>
                  <a:srgbClr val="FFFFFF"/>
                </a:solidFill>
                <a:latin typeface="Times New Roman" panose="02020603050405020304" pitchFamily="18" charset="0"/>
                <a:cs typeface="Times New Roman" panose="02020603050405020304" pitchFamily="18" charset="0"/>
              </a:rPr>
              <a:t>expenses.csv</a:t>
            </a:r>
            <a:endParaRPr lang="en-IN" sz="1200" dirty="0">
              <a:latin typeface="Times New Roman" panose="02020603050405020304" pitchFamily="18" charset="0"/>
              <a:cs typeface="Times New Roman" panose="02020603050405020304" pitchFamily="18" charset="0"/>
            </a:endParaRPr>
          </a:p>
        </p:txBody>
      </p:sp>
      <p:sp>
        <p:nvSpPr>
          <p:cNvPr id="16" name="Flow arrow 16"/>
          <p:cNvSpPr/>
          <p:nvPr/>
        </p:nvSpPr>
        <p:spPr>
          <a:xfrm>
            <a:off x="5797296" y="4978908"/>
            <a:ext cx="411480" cy="420624"/>
          </a:xfrm>
          <a:prstGeom prst="rightArrow">
            <a:avLst/>
          </a:prstGeom>
          <a:solidFill>
            <a:srgbClr val="8BACAD"/>
          </a:solidFill>
          <a:ln>
            <a:noFill/>
          </a:ln>
        </p:spPr>
      </p:sp>
      <p:sp>
        <p:nvSpPr>
          <p:cNvPr id="17" name="Flow node 17"/>
          <p:cNvSpPr/>
          <p:nvPr/>
        </p:nvSpPr>
        <p:spPr>
          <a:xfrm>
            <a:off x="6291072" y="4389120"/>
            <a:ext cx="2286000" cy="1600200"/>
          </a:xfrm>
          <a:prstGeom prst="roundRect">
            <a:avLst>
              <a:gd name="adj" fmla="val 8000"/>
            </a:avLst>
          </a:prstGeom>
          <a:solidFill>
            <a:srgbClr val="31859C"/>
          </a:solidFill>
          <a:ln>
            <a:noFill/>
          </a:ln>
        </p:spPr>
      </p:sp>
      <p:pic>
        <p:nvPicPr>
          <p:cNvPr id="18" name="Icon 18" descr="Expense Records icon"/>
          <p:cNvPicPr>
            <a:picLocks noChangeAspect="1"/>
          </p:cNvPicPr>
          <p:nvPr/>
        </p:nvPicPr>
        <p:blipFill>
          <a:blip r:embed="rId4"/>
          <a:stretch>
            <a:fillRect/>
          </a:stretch>
        </p:blipFill>
        <p:spPr>
          <a:xfrm>
            <a:off x="7159752" y="4572000"/>
            <a:ext cx="548640" cy="548640"/>
          </a:xfrm>
          <a:prstGeom prst="rect">
            <a:avLst/>
          </a:prstGeom>
        </p:spPr>
      </p:pic>
      <p:sp>
        <p:nvSpPr>
          <p:cNvPr id="19" name="Flow label 19"/>
          <p:cNvSpPr txBox="1"/>
          <p:nvPr/>
        </p:nvSpPr>
        <p:spPr>
          <a:xfrm>
            <a:off x="6291072" y="5193792"/>
            <a:ext cx="2286000" cy="777240"/>
          </a:xfrm>
          <a:prstGeom prst="rect">
            <a:avLst/>
          </a:prstGeom>
          <a:noFill/>
          <a:ln>
            <a:noFill/>
          </a:ln>
        </p:spPr>
        <p:txBody>
          <a:bodyPr wrap="square" lIns="109728" tIns="18288" rIns="109728" bIns="18288" rtlCol="0" anchor="t">
            <a:noAutofit/>
          </a:bodyPr>
          <a:lstStyle/>
          <a:p>
            <a:pPr marL="0" indent="0" algn="ctr" rtl="0">
              <a:spcBef>
                <a:spcPts val="0"/>
              </a:spcBef>
              <a:spcAft>
                <a:spcPts val="0"/>
              </a:spcAft>
              <a:buNone/>
            </a:pPr>
            <a:r>
              <a:rPr lang="en-IN" sz="1800" b="1" i="0" dirty="0">
                <a:solidFill>
                  <a:srgbClr val="FFFFFF"/>
                </a:solidFill>
                <a:latin typeface="Times New Roman" panose="02020603050405020304" pitchFamily="18" charset="0"/>
                <a:cs typeface="Times New Roman" panose="02020603050405020304" pitchFamily="18" charset="0"/>
              </a:rPr>
              <a:t>Expense Records</a:t>
            </a:r>
            <a:endParaRPr lang="en-IN" sz="1800" dirty="0">
              <a:latin typeface="Times New Roman" panose="02020603050405020304" pitchFamily="18" charset="0"/>
              <a:cs typeface="Times New Roman" panose="02020603050405020304" pitchFamily="18" charset="0"/>
            </a:endParaRPr>
          </a:p>
          <a:p>
            <a:pPr marL="0" indent="0" algn="ctr" rtl="0">
              <a:spcBef>
                <a:spcPts val="200"/>
              </a:spcBef>
              <a:spcAft>
                <a:spcPts val="0"/>
              </a:spcAft>
              <a:buNone/>
            </a:pPr>
            <a:r>
              <a:rPr lang="en-IN" sz="1200" b="0" i="0" dirty="0">
                <a:solidFill>
                  <a:srgbClr val="FFFFFF"/>
                </a:solidFill>
                <a:latin typeface="Times New Roman" panose="02020603050405020304" pitchFamily="18" charset="0"/>
                <a:cs typeface="Times New Roman" panose="02020603050405020304" pitchFamily="18" charset="0"/>
              </a:rPr>
              <a:t>Date, Type, Category, Amount, Description</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Features Implemented</a:t>
            </a:r>
            <a:endParaRPr lang="en-IN" sz="2800" i="1" dirty="0">
              <a:latin typeface="Times New Roman" panose="02020603050405020304" pitchFamily="18" charset="0"/>
              <a:cs typeface="Times New Roman" panose="02020603050405020304" pitchFamily="18" charset="0"/>
            </a:endParaRPr>
          </a:p>
        </p:txBody>
      </p:sp>
      <p:sp>
        <p:nvSpPr>
          <p:cNvPr id="3" name="Feature card 3"/>
          <p:cNvSpPr/>
          <p:nvPr/>
        </p:nvSpPr>
        <p:spPr>
          <a:xfrm>
            <a:off x="566928" y="1188720"/>
            <a:ext cx="3913632" cy="1463040"/>
          </a:xfrm>
          <a:prstGeom prst="roundRect">
            <a:avLst>
              <a:gd name="adj" fmla="val 7000"/>
            </a:avLst>
          </a:prstGeom>
          <a:solidFill>
            <a:srgbClr val="E7E1F0"/>
          </a:solidFill>
          <a:ln w="12700">
            <a:solidFill>
              <a:srgbClr val="D3C9E3"/>
            </a:solidFill>
          </a:ln>
        </p:spPr>
      </p:sp>
      <p:sp>
        <p:nvSpPr>
          <p:cNvPr id="4" name="Icon circle 4"/>
          <p:cNvSpPr/>
          <p:nvPr/>
        </p:nvSpPr>
        <p:spPr>
          <a:xfrm>
            <a:off x="749808" y="1554480"/>
            <a:ext cx="731520" cy="731520"/>
          </a:xfrm>
          <a:prstGeom prst="ellipse">
            <a:avLst/>
          </a:prstGeom>
          <a:solidFill>
            <a:srgbClr val="8064A2"/>
          </a:solidFill>
          <a:ln>
            <a:noFill/>
          </a:ln>
        </p:spPr>
      </p:sp>
      <p:pic>
        <p:nvPicPr>
          <p:cNvPr id="5" name="Icon 5" descr="Add Transaction icon"/>
          <p:cNvPicPr>
            <a:picLocks noChangeAspect="1"/>
          </p:cNvPicPr>
          <p:nvPr/>
        </p:nvPicPr>
        <p:blipFill>
          <a:blip r:embed="rId2"/>
          <a:stretch>
            <a:fillRect/>
          </a:stretch>
        </p:blipFill>
        <p:spPr>
          <a:xfrm>
            <a:off x="940003" y="1744675"/>
            <a:ext cx="351130" cy="351130"/>
          </a:xfrm>
          <a:prstGeom prst="rect">
            <a:avLst/>
          </a:prstGeom>
        </p:spPr>
      </p:pic>
      <p:sp>
        <p:nvSpPr>
          <p:cNvPr id="6" name="Feature text 6"/>
          <p:cNvSpPr txBox="1"/>
          <p:nvPr/>
        </p:nvSpPr>
        <p:spPr>
          <a:xfrm>
            <a:off x="1618488" y="129844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5E4685"/>
                </a:solidFill>
                <a:latin typeface="Times New Roman" panose="02020603050405020304" pitchFamily="18" charset="0"/>
                <a:cs typeface="Times New Roman" panose="02020603050405020304" pitchFamily="18" charset="0"/>
              </a:rPr>
              <a:t>Add Transaction</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Records income or expense with date, category, amount and description.</a:t>
            </a:r>
            <a:endParaRPr lang="en-IN" sz="1400" dirty="0">
              <a:latin typeface="Times New Roman" panose="02020603050405020304" pitchFamily="18" charset="0"/>
              <a:cs typeface="Times New Roman" panose="02020603050405020304" pitchFamily="18" charset="0"/>
            </a:endParaRPr>
          </a:p>
        </p:txBody>
      </p:sp>
      <p:sp>
        <p:nvSpPr>
          <p:cNvPr id="7" name="Feature card 7"/>
          <p:cNvSpPr/>
          <p:nvPr/>
        </p:nvSpPr>
        <p:spPr>
          <a:xfrm>
            <a:off x="4663440" y="1188720"/>
            <a:ext cx="3913632" cy="1463040"/>
          </a:xfrm>
          <a:prstGeom prst="roundRect">
            <a:avLst>
              <a:gd name="adj" fmla="val 7000"/>
            </a:avLst>
          </a:prstGeom>
          <a:solidFill>
            <a:srgbClr val="E7E1F0"/>
          </a:solidFill>
          <a:ln w="12700">
            <a:solidFill>
              <a:srgbClr val="D3C9E3"/>
            </a:solidFill>
          </a:ln>
        </p:spPr>
      </p:sp>
      <p:sp>
        <p:nvSpPr>
          <p:cNvPr id="8" name="Icon circle 8"/>
          <p:cNvSpPr/>
          <p:nvPr/>
        </p:nvSpPr>
        <p:spPr>
          <a:xfrm>
            <a:off x="4846320" y="1554480"/>
            <a:ext cx="731520" cy="731520"/>
          </a:xfrm>
          <a:prstGeom prst="ellipse">
            <a:avLst/>
          </a:prstGeom>
          <a:solidFill>
            <a:srgbClr val="8064A2"/>
          </a:solidFill>
          <a:ln>
            <a:noFill/>
          </a:ln>
        </p:spPr>
      </p:sp>
      <p:pic>
        <p:nvPicPr>
          <p:cNvPr id="9" name="Icon 9" descr="View Transactions icon"/>
          <p:cNvPicPr>
            <a:picLocks noChangeAspect="1"/>
          </p:cNvPicPr>
          <p:nvPr/>
        </p:nvPicPr>
        <p:blipFill>
          <a:blip r:embed="rId3"/>
          <a:stretch>
            <a:fillRect/>
          </a:stretch>
        </p:blipFill>
        <p:spPr>
          <a:xfrm>
            <a:off x="5036515" y="1744675"/>
            <a:ext cx="351130" cy="351130"/>
          </a:xfrm>
          <a:prstGeom prst="rect">
            <a:avLst/>
          </a:prstGeom>
        </p:spPr>
      </p:pic>
      <p:sp>
        <p:nvSpPr>
          <p:cNvPr id="10" name="Feature text 10"/>
          <p:cNvSpPr txBox="1"/>
          <p:nvPr/>
        </p:nvSpPr>
        <p:spPr>
          <a:xfrm>
            <a:off x="5715000" y="129844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5E4685"/>
                </a:solidFill>
                <a:latin typeface="Times New Roman" panose="02020603050405020304" pitchFamily="18" charset="0"/>
                <a:cs typeface="Times New Roman" panose="02020603050405020304" pitchFamily="18" charset="0"/>
              </a:rPr>
              <a:t>View Transactions</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Displays all saved transactions.</a:t>
            </a:r>
            <a:endParaRPr lang="en-IN" sz="1400" dirty="0">
              <a:latin typeface="Times New Roman" panose="02020603050405020304" pitchFamily="18" charset="0"/>
              <a:cs typeface="Times New Roman" panose="02020603050405020304" pitchFamily="18" charset="0"/>
            </a:endParaRPr>
          </a:p>
        </p:txBody>
      </p:sp>
      <p:sp>
        <p:nvSpPr>
          <p:cNvPr id="11" name="Feature card 11"/>
          <p:cNvSpPr/>
          <p:nvPr/>
        </p:nvSpPr>
        <p:spPr>
          <a:xfrm>
            <a:off x="566928" y="2834640"/>
            <a:ext cx="3913632" cy="1463040"/>
          </a:xfrm>
          <a:prstGeom prst="roundRect">
            <a:avLst>
              <a:gd name="adj" fmla="val 7000"/>
            </a:avLst>
          </a:prstGeom>
          <a:solidFill>
            <a:srgbClr val="E1EAF5"/>
          </a:solidFill>
          <a:ln w="12700">
            <a:solidFill>
              <a:srgbClr val="C7D8EC"/>
            </a:solidFill>
          </a:ln>
        </p:spPr>
      </p:sp>
      <p:sp>
        <p:nvSpPr>
          <p:cNvPr id="12" name="Icon circle 12"/>
          <p:cNvSpPr/>
          <p:nvPr/>
        </p:nvSpPr>
        <p:spPr>
          <a:xfrm>
            <a:off x="749808" y="3200400"/>
            <a:ext cx="731520" cy="731520"/>
          </a:xfrm>
          <a:prstGeom prst="ellipse">
            <a:avLst/>
          </a:prstGeom>
          <a:solidFill>
            <a:srgbClr val="4F81BD"/>
          </a:solidFill>
          <a:ln>
            <a:noFill/>
          </a:ln>
        </p:spPr>
      </p:sp>
      <p:pic>
        <p:nvPicPr>
          <p:cNvPr id="13" name="Icon 13" descr="Update Transaction icon"/>
          <p:cNvPicPr>
            <a:picLocks noChangeAspect="1"/>
          </p:cNvPicPr>
          <p:nvPr/>
        </p:nvPicPr>
        <p:blipFill>
          <a:blip r:embed="rId4"/>
          <a:stretch>
            <a:fillRect/>
          </a:stretch>
        </p:blipFill>
        <p:spPr>
          <a:xfrm>
            <a:off x="940003" y="3390595"/>
            <a:ext cx="351130" cy="351130"/>
          </a:xfrm>
          <a:prstGeom prst="rect">
            <a:avLst/>
          </a:prstGeom>
        </p:spPr>
      </p:pic>
      <p:sp>
        <p:nvSpPr>
          <p:cNvPr id="14" name="Feature text 14"/>
          <p:cNvSpPr txBox="1"/>
          <p:nvPr/>
        </p:nvSpPr>
        <p:spPr>
          <a:xfrm>
            <a:off x="1618488" y="294436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2F5D96"/>
                </a:solidFill>
                <a:latin typeface="Times New Roman" panose="02020603050405020304" pitchFamily="18" charset="0"/>
                <a:cs typeface="Times New Roman" panose="02020603050405020304" pitchFamily="18" charset="0"/>
              </a:rPr>
              <a:t>Update Transaction</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Allows existing transaction details to be modified.</a:t>
            </a:r>
            <a:endParaRPr lang="en-IN" sz="1400" dirty="0">
              <a:latin typeface="Times New Roman" panose="02020603050405020304" pitchFamily="18" charset="0"/>
              <a:cs typeface="Times New Roman" panose="02020603050405020304" pitchFamily="18" charset="0"/>
            </a:endParaRPr>
          </a:p>
        </p:txBody>
      </p:sp>
      <p:sp>
        <p:nvSpPr>
          <p:cNvPr id="15" name="Feature card 15"/>
          <p:cNvSpPr/>
          <p:nvPr/>
        </p:nvSpPr>
        <p:spPr>
          <a:xfrm>
            <a:off x="4663440" y="2834640"/>
            <a:ext cx="3913632" cy="1463040"/>
          </a:xfrm>
          <a:prstGeom prst="roundRect">
            <a:avLst>
              <a:gd name="adj" fmla="val 7000"/>
            </a:avLst>
          </a:prstGeom>
          <a:solidFill>
            <a:srgbClr val="E1EAF5"/>
          </a:solidFill>
          <a:ln w="12700">
            <a:solidFill>
              <a:srgbClr val="C7D8EC"/>
            </a:solidFill>
          </a:ln>
        </p:spPr>
      </p:sp>
      <p:sp>
        <p:nvSpPr>
          <p:cNvPr id="16" name="Icon circle 16"/>
          <p:cNvSpPr/>
          <p:nvPr/>
        </p:nvSpPr>
        <p:spPr>
          <a:xfrm>
            <a:off x="4846320" y="3200400"/>
            <a:ext cx="731520" cy="731520"/>
          </a:xfrm>
          <a:prstGeom prst="ellipse">
            <a:avLst/>
          </a:prstGeom>
          <a:solidFill>
            <a:srgbClr val="4F81BD"/>
          </a:solidFill>
          <a:ln>
            <a:noFill/>
          </a:ln>
        </p:spPr>
      </p:sp>
      <p:pic>
        <p:nvPicPr>
          <p:cNvPr id="17" name="Icon 17" descr="Delete Transaction icon"/>
          <p:cNvPicPr>
            <a:picLocks noChangeAspect="1"/>
          </p:cNvPicPr>
          <p:nvPr/>
        </p:nvPicPr>
        <p:blipFill>
          <a:blip r:embed="rId5"/>
          <a:stretch>
            <a:fillRect/>
          </a:stretch>
        </p:blipFill>
        <p:spPr>
          <a:xfrm>
            <a:off x="5036515" y="3390595"/>
            <a:ext cx="351130" cy="351130"/>
          </a:xfrm>
          <a:prstGeom prst="rect">
            <a:avLst/>
          </a:prstGeom>
        </p:spPr>
      </p:pic>
      <p:sp>
        <p:nvSpPr>
          <p:cNvPr id="18" name="Feature text 18"/>
          <p:cNvSpPr txBox="1"/>
          <p:nvPr/>
        </p:nvSpPr>
        <p:spPr>
          <a:xfrm>
            <a:off x="5715000" y="294436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2F5D96"/>
                </a:solidFill>
                <a:latin typeface="Times New Roman" panose="02020603050405020304" pitchFamily="18" charset="0"/>
                <a:cs typeface="Times New Roman" panose="02020603050405020304" pitchFamily="18" charset="0"/>
              </a:rPr>
              <a:t>Delete Transaction</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Removes unwanted transactions.</a:t>
            </a:r>
            <a:endParaRPr lang="en-IN" sz="1400" dirty="0">
              <a:latin typeface="Times New Roman" panose="02020603050405020304" pitchFamily="18" charset="0"/>
              <a:cs typeface="Times New Roman" panose="02020603050405020304" pitchFamily="18" charset="0"/>
            </a:endParaRPr>
          </a:p>
        </p:txBody>
      </p:sp>
      <p:sp>
        <p:nvSpPr>
          <p:cNvPr id="19" name="Feature card 19"/>
          <p:cNvSpPr/>
          <p:nvPr/>
        </p:nvSpPr>
        <p:spPr>
          <a:xfrm>
            <a:off x="566928" y="4480560"/>
            <a:ext cx="3913632" cy="1463040"/>
          </a:xfrm>
          <a:prstGeom prst="roundRect">
            <a:avLst>
              <a:gd name="adj" fmla="val 7000"/>
            </a:avLst>
          </a:prstGeom>
          <a:solidFill>
            <a:srgbClr val="DDEFF3"/>
          </a:solidFill>
          <a:ln w="12700">
            <a:solidFill>
              <a:srgbClr val="BFDDE6"/>
            </a:solidFill>
          </a:ln>
        </p:spPr>
      </p:sp>
      <p:sp>
        <p:nvSpPr>
          <p:cNvPr id="20" name="Icon circle 20"/>
          <p:cNvSpPr/>
          <p:nvPr/>
        </p:nvSpPr>
        <p:spPr>
          <a:xfrm>
            <a:off x="749808" y="4846320"/>
            <a:ext cx="731520" cy="731520"/>
          </a:xfrm>
          <a:prstGeom prst="ellipse">
            <a:avLst/>
          </a:prstGeom>
          <a:solidFill>
            <a:srgbClr val="31859C"/>
          </a:solidFill>
          <a:ln>
            <a:noFill/>
          </a:ln>
        </p:spPr>
      </p:sp>
      <p:pic>
        <p:nvPicPr>
          <p:cNvPr id="21" name="Icon 21" descr="View Summary icon"/>
          <p:cNvPicPr>
            <a:picLocks noChangeAspect="1"/>
          </p:cNvPicPr>
          <p:nvPr/>
        </p:nvPicPr>
        <p:blipFill>
          <a:blip r:embed="rId6"/>
          <a:stretch>
            <a:fillRect/>
          </a:stretch>
        </p:blipFill>
        <p:spPr>
          <a:xfrm>
            <a:off x="940003" y="5036515"/>
            <a:ext cx="351130" cy="351130"/>
          </a:xfrm>
          <a:prstGeom prst="rect">
            <a:avLst/>
          </a:prstGeom>
        </p:spPr>
      </p:pic>
      <p:sp>
        <p:nvSpPr>
          <p:cNvPr id="22" name="Feature text 22"/>
          <p:cNvSpPr txBox="1"/>
          <p:nvPr/>
        </p:nvSpPr>
        <p:spPr>
          <a:xfrm>
            <a:off x="1618488" y="459028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1F6A80"/>
                </a:solidFill>
                <a:latin typeface="Times New Roman" panose="02020603050405020304" pitchFamily="18" charset="0"/>
                <a:cs typeface="Times New Roman" panose="02020603050405020304" pitchFamily="18" charset="0"/>
              </a:rPr>
              <a:t>View Summary</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Calculates total income, total expenses, balance and category-wise totals.</a:t>
            </a:r>
            <a:endParaRPr lang="en-IN" sz="1400" dirty="0">
              <a:latin typeface="Times New Roman" panose="02020603050405020304" pitchFamily="18" charset="0"/>
              <a:cs typeface="Times New Roman" panose="02020603050405020304" pitchFamily="18" charset="0"/>
            </a:endParaRPr>
          </a:p>
        </p:txBody>
      </p:sp>
      <p:sp>
        <p:nvSpPr>
          <p:cNvPr id="23" name="Feature card 23"/>
          <p:cNvSpPr/>
          <p:nvPr/>
        </p:nvSpPr>
        <p:spPr>
          <a:xfrm>
            <a:off x="4663440" y="4480560"/>
            <a:ext cx="3913632" cy="1463040"/>
          </a:xfrm>
          <a:prstGeom prst="roundRect">
            <a:avLst>
              <a:gd name="adj" fmla="val 7000"/>
            </a:avLst>
          </a:prstGeom>
          <a:solidFill>
            <a:srgbClr val="DDEFF3"/>
          </a:solidFill>
          <a:ln w="12700">
            <a:solidFill>
              <a:srgbClr val="BFDDE6"/>
            </a:solidFill>
          </a:ln>
        </p:spPr>
      </p:sp>
      <p:sp>
        <p:nvSpPr>
          <p:cNvPr id="24" name="Icon circle 24"/>
          <p:cNvSpPr/>
          <p:nvPr/>
        </p:nvSpPr>
        <p:spPr>
          <a:xfrm>
            <a:off x="4846320" y="4846320"/>
            <a:ext cx="731520" cy="731520"/>
          </a:xfrm>
          <a:prstGeom prst="ellipse">
            <a:avLst/>
          </a:prstGeom>
          <a:solidFill>
            <a:srgbClr val="31859C"/>
          </a:solidFill>
          <a:ln>
            <a:noFill/>
          </a:ln>
        </p:spPr>
      </p:sp>
      <p:pic>
        <p:nvPicPr>
          <p:cNvPr id="25" name="Icon 25" descr="Generate Reports icon"/>
          <p:cNvPicPr>
            <a:picLocks noChangeAspect="1"/>
          </p:cNvPicPr>
          <p:nvPr/>
        </p:nvPicPr>
        <p:blipFill>
          <a:blip r:embed="rId7"/>
          <a:stretch>
            <a:fillRect/>
          </a:stretch>
        </p:blipFill>
        <p:spPr>
          <a:xfrm>
            <a:off x="5036515" y="5036515"/>
            <a:ext cx="351130" cy="351130"/>
          </a:xfrm>
          <a:prstGeom prst="rect">
            <a:avLst/>
          </a:prstGeom>
        </p:spPr>
      </p:pic>
      <p:sp>
        <p:nvSpPr>
          <p:cNvPr id="26" name="Feature text 26"/>
          <p:cNvSpPr txBox="1"/>
          <p:nvPr/>
        </p:nvSpPr>
        <p:spPr>
          <a:xfrm>
            <a:off x="5715000" y="4590288"/>
            <a:ext cx="2770632" cy="1243584"/>
          </a:xfrm>
          <a:prstGeom prst="rect">
            <a:avLst/>
          </a:prstGeom>
          <a:noFill/>
          <a:ln>
            <a:noFill/>
          </a:ln>
        </p:spPr>
        <p:txBody>
          <a:bodyPr wrap="square" lIns="45720" tIns="18288" rIns="45720" bIns="18288" rtlCol="0" anchor="ctr">
            <a:noAutofit/>
          </a:bodyPr>
          <a:lstStyle/>
          <a:p>
            <a:pPr marL="0" indent="0" algn="l" rtl="0">
              <a:spcBef>
                <a:spcPts val="0"/>
              </a:spcBef>
              <a:spcAft>
                <a:spcPts val="0"/>
              </a:spcAft>
              <a:buNone/>
            </a:pPr>
            <a:r>
              <a:rPr lang="en-IN" sz="1800" b="1" i="0" dirty="0">
                <a:solidFill>
                  <a:srgbClr val="1F6A80"/>
                </a:solidFill>
                <a:latin typeface="Times New Roman" panose="02020603050405020304" pitchFamily="18" charset="0"/>
                <a:cs typeface="Times New Roman" panose="02020603050405020304" pitchFamily="18" charset="0"/>
              </a:rPr>
              <a:t>Generate Reports</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Generates monthly and category-wise reports and saves them in report.txt.</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Project Progress – Phase 2</a:t>
            </a:r>
            <a:endParaRPr lang="en-IN" sz="2800" i="1" dirty="0">
              <a:latin typeface="Times New Roman" panose="02020603050405020304" pitchFamily="18" charset="0"/>
              <a:cs typeface="Times New Roman" panose="02020603050405020304" pitchFamily="18" charset="0"/>
            </a:endParaRPr>
          </a:p>
        </p:txBody>
      </p:sp>
      <p:sp>
        <p:nvSpPr>
          <p:cNvPr id="3" name="Progress completed 3"/>
          <p:cNvSpPr/>
          <p:nvPr/>
        </p:nvSpPr>
        <p:spPr>
          <a:xfrm>
            <a:off x="566928" y="1097280"/>
            <a:ext cx="5607101" cy="658368"/>
          </a:xfrm>
          <a:prstGeom prst="rect">
            <a:avLst/>
          </a:prstGeom>
          <a:solidFill>
            <a:srgbClr val="8064A2"/>
          </a:solidFill>
          <a:ln>
            <a:noFill/>
          </a:ln>
        </p:spPr>
        <p:txBody>
          <a:bodyPr wrap="square" lIns="91440" tIns="45720" rIns="91440" bIns="45720" rtlCol="0" anchor="ctr">
            <a:noAutofit/>
          </a:bodyPr>
          <a:lstStyle/>
          <a:p>
            <a:pPr marL="0" indent="0" algn="ctr" rtl="0">
              <a:spcBef>
                <a:spcPts val="0"/>
              </a:spcBef>
              <a:spcAft>
                <a:spcPts val="0"/>
              </a:spcAft>
              <a:buNone/>
            </a:pPr>
            <a:r>
              <a:rPr lang="en-IN" sz="2200" b="1" i="0" dirty="0">
                <a:solidFill>
                  <a:srgbClr val="FFFFFF"/>
                </a:solidFill>
                <a:latin typeface="Times New Roman" panose="02020603050405020304" pitchFamily="18" charset="0"/>
                <a:cs typeface="Times New Roman" panose="02020603050405020304" pitchFamily="18" charset="0"/>
              </a:rPr>
              <a:t>70% COMPLETED</a:t>
            </a:r>
            <a:endParaRPr lang="en-IN" sz="2200" dirty="0">
              <a:latin typeface="Times New Roman" panose="02020603050405020304" pitchFamily="18" charset="0"/>
              <a:cs typeface="Times New Roman" panose="02020603050405020304" pitchFamily="18" charset="0"/>
            </a:endParaRPr>
          </a:p>
        </p:txBody>
      </p:sp>
      <p:sp>
        <p:nvSpPr>
          <p:cNvPr id="4" name="Progress remaining 4"/>
          <p:cNvSpPr/>
          <p:nvPr/>
        </p:nvSpPr>
        <p:spPr>
          <a:xfrm>
            <a:off x="6174029" y="1097280"/>
            <a:ext cx="2403043" cy="658368"/>
          </a:xfrm>
          <a:prstGeom prst="rect">
            <a:avLst/>
          </a:prstGeom>
          <a:solidFill>
            <a:srgbClr val="8BACAD"/>
          </a:solidFill>
          <a:ln>
            <a:noFill/>
          </a:ln>
        </p:spPr>
        <p:txBody>
          <a:bodyPr wrap="square" lIns="91440" tIns="45720" rIns="91440" bIns="45720" rtlCol="0" anchor="ctr">
            <a:noAutofit/>
          </a:bodyPr>
          <a:lstStyle/>
          <a:p>
            <a:pPr marL="0" indent="0" algn="ctr" rtl="0">
              <a:spcBef>
                <a:spcPts val="0"/>
              </a:spcBef>
              <a:spcAft>
                <a:spcPts val="0"/>
              </a:spcAft>
              <a:buNone/>
            </a:pPr>
            <a:r>
              <a:rPr lang="en-IN" sz="1800" b="1" i="0" dirty="0">
                <a:solidFill>
                  <a:srgbClr val="14282A"/>
                </a:solidFill>
                <a:latin typeface="Times New Roman" panose="02020603050405020304" pitchFamily="18" charset="0"/>
                <a:cs typeface="Times New Roman" panose="02020603050405020304" pitchFamily="18" charset="0"/>
              </a:rPr>
              <a:t>30% REMAINING</a:t>
            </a:r>
            <a:endParaRPr lang="en-IN" sz="1800" dirty="0">
              <a:latin typeface="Times New Roman" panose="02020603050405020304" pitchFamily="18" charset="0"/>
              <a:cs typeface="Times New Roman" panose="02020603050405020304" pitchFamily="18" charset="0"/>
            </a:endParaRPr>
          </a:p>
        </p:txBody>
      </p:sp>
      <p:sp>
        <p:nvSpPr>
          <p:cNvPr id="5" name="Completed card 5"/>
          <p:cNvSpPr/>
          <p:nvPr/>
        </p:nvSpPr>
        <p:spPr>
          <a:xfrm>
            <a:off x="566928" y="2011680"/>
            <a:ext cx="3913632" cy="3200400"/>
          </a:xfrm>
          <a:prstGeom prst="roundRect">
            <a:avLst>
              <a:gd name="adj" fmla="val 4500"/>
            </a:avLst>
          </a:prstGeom>
          <a:solidFill>
            <a:srgbClr val="E7E1F0"/>
          </a:solidFill>
          <a:ln w="12700">
            <a:solidFill>
              <a:srgbClr val="D3C9E3"/>
            </a:solidFill>
          </a:ln>
        </p:spPr>
      </p:sp>
      <p:sp>
        <p:nvSpPr>
          <p:cNvPr id="6" name="Icon circle 6"/>
          <p:cNvSpPr/>
          <p:nvPr/>
        </p:nvSpPr>
        <p:spPr>
          <a:xfrm>
            <a:off x="749808" y="2167128"/>
            <a:ext cx="457200" cy="457200"/>
          </a:xfrm>
          <a:prstGeom prst="ellipse">
            <a:avLst/>
          </a:prstGeom>
          <a:solidFill>
            <a:srgbClr val="8064A2"/>
          </a:solidFill>
          <a:ln>
            <a:noFill/>
          </a:ln>
        </p:spPr>
      </p:sp>
      <p:pic>
        <p:nvPicPr>
          <p:cNvPr id="7" name="Icon 7" descr="Completed icon"/>
          <p:cNvPicPr>
            <a:picLocks noChangeAspect="1"/>
          </p:cNvPicPr>
          <p:nvPr/>
        </p:nvPicPr>
        <p:blipFill>
          <a:blip r:embed="rId2"/>
          <a:stretch>
            <a:fillRect/>
          </a:stretch>
        </p:blipFill>
        <p:spPr>
          <a:xfrm>
            <a:off x="864108" y="2281428"/>
            <a:ext cx="228600" cy="228600"/>
          </a:xfrm>
          <a:prstGeom prst="rect">
            <a:avLst/>
          </a:prstGeom>
        </p:spPr>
      </p:pic>
      <p:sp>
        <p:nvSpPr>
          <p:cNvPr id="8" name="Completed heading 8"/>
          <p:cNvSpPr txBox="1"/>
          <p:nvPr/>
        </p:nvSpPr>
        <p:spPr>
          <a:xfrm>
            <a:off x="1298448" y="2167128"/>
            <a:ext cx="2999232" cy="457200"/>
          </a:xfrm>
          <a:prstGeom prst="rect">
            <a:avLst/>
          </a:prstGeom>
          <a:noFill/>
          <a:ln>
            <a:noFill/>
          </a:ln>
        </p:spPr>
        <p:txBody>
          <a:bodyPr wrap="square" lIns="45720" tIns="0" rIns="45720" bIns="0" rtlCol="0" anchor="ctr">
            <a:noAutofit/>
          </a:bodyPr>
          <a:lstStyle/>
          <a:p>
            <a:pPr marL="0" indent="0" algn="l" rtl="0">
              <a:spcBef>
                <a:spcPts val="0"/>
              </a:spcBef>
              <a:spcAft>
                <a:spcPts val="0"/>
              </a:spcAft>
              <a:buNone/>
            </a:pPr>
            <a:r>
              <a:rPr lang="en-IN" sz="2000" b="1" i="0" dirty="0">
                <a:solidFill>
                  <a:srgbClr val="5E4685"/>
                </a:solidFill>
                <a:latin typeface="Times New Roman" panose="02020603050405020304" pitchFamily="18" charset="0"/>
                <a:cs typeface="Times New Roman" panose="02020603050405020304" pitchFamily="18" charset="0"/>
              </a:rPr>
              <a:t>Completed</a:t>
            </a:r>
            <a:endParaRPr lang="en-IN" sz="2000" dirty="0">
              <a:latin typeface="Times New Roman" panose="02020603050405020304" pitchFamily="18" charset="0"/>
              <a:cs typeface="Times New Roman" panose="02020603050405020304" pitchFamily="18" charset="0"/>
            </a:endParaRPr>
          </a:p>
        </p:txBody>
      </p:sp>
      <p:sp>
        <p:nvSpPr>
          <p:cNvPr id="9" name="Completed list 9"/>
          <p:cNvSpPr txBox="1"/>
          <p:nvPr/>
        </p:nvSpPr>
        <p:spPr>
          <a:xfrm>
            <a:off x="795528" y="2724912"/>
            <a:ext cx="3547872" cy="2423160"/>
          </a:xfrm>
          <a:prstGeom prst="rect">
            <a:avLst/>
          </a:prstGeom>
          <a:noFill/>
          <a:ln>
            <a:noFill/>
          </a:ln>
        </p:spPr>
        <p:txBody>
          <a:bodyPr wrap="square" lIns="91440" tIns="45720" rIns="91440" bIns="45720" rtlCol="0" anchor="t">
            <a:noAutofit/>
          </a:bodyPr>
          <a:lstStyle/>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CSV file handling</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Add/View transactions</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Update/Delete transactions</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Input validation</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Income and expense calculation</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Balance calculation</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Category-wise summary</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8064A2"/>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Monthly and category-wise reports</a:t>
            </a:r>
            <a:endParaRPr lang="en-IN" sz="1500" dirty="0">
              <a:latin typeface="Times New Roman" panose="02020603050405020304" pitchFamily="18" charset="0"/>
              <a:cs typeface="Times New Roman" panose="02020603050405020304" pitchFamily="18" charset="0"/>
            </a:endParaRPr>
          </a:p>
        </p:txBody>
      </p:sp>
      <p:sp>
        <p:nvSpPr>
          <p:cNvPr id="10" name="Remaining card 10"/>
          <p:cNvSpPr/>
          <p:nvPr/>
        </p:nvSpPr>
        <p:spPr>
          <a:xfrm>
            <a:off x="4663440" y="2011680"/>
            <a:ext cx="3913632" cy="3200400"/>
          </a:xfrm>
          <a:prstGeom prst="roundRect">
            <a:avLst>
              <a:gd name="adj" fmla="val 4500"/>
            </a:avLst>
          </a:prstGeom>
          <a:solidFill>
            <a:srgbClr val="EAF0F0"/>
          </a:solidFill>
          <a:ln w="12700">
            <a:solidFill>
              <a:srgbClr val="C9D9D9"/>
            </a:solidFill>
          </a:ln>
        </p:spPr>
      </p:sp>
      <p:sp>
        <p:nvSpPr>
          <p:cNvPr id="11" name="Icon circle 11"/>
          <p:cNvSpPr/>
          <p:nvPr/>
        </p:nvSpPr>
        <p:spPr>
          <a:xfrm>
            <a:off x="4846320" y="2167128"/>
            <a:ext cx="457200" cy="457200"/>
          </a:xfrm>
          <a:prstGeom prst="ellipse">
            <a:avLst/>
          </a:prstGeom>
          <a:solidFill>
            <a:srgbClr val="3E5C5D"/>
          </a:solidFill>
          <a:ln>
            <a:noFill/>
          </a:ln>
        </p:spPr>
      </p:sp>
      <p:pic>
        <p:nvPicPr>
          <p:cNvPr id="12" name="Icon 12" descr="Remaining icon"/>
          <p:cNvPicPr>
            <a:picLocks noChangeAspect="1"/>
          </p:cNvPicPr>
          <p:nvPr/>
        </p:nvPicPr>
        <p:blipFill>
          <a:blip r:embed="rId3"/>
          <a:stretch>
            <a:fillRect/>
          </a:stretch>
        </p:blipFill>
        <p:spPr>
          <a:xfrm>
            <a:off x="4960620" y="2281428"/>
            <a:ext cx="228600" cy="228600"/>
          </a:xfrm>
          <a:prstGeom prst="rect">
            <a:avLst/>
          </a:prstGeom>
        </p:spPr>
      </p:pic>
      <p:sp>
        <p:nvSpPr>
          <p:cNvPr id="13" name="Remaining heading 13"/>
          <p:cNvSpPr txBox="1"/>
          <p:nvPr/>
        </p:nvSpPr>
        <p:spPr>
          <a:xfrm>
            <a:off x="5394960" y="2167128"/>
            <a:ext cx="2999232" cy="457200"/>
          </a:xfrm>
          <a:prstGeom prst="rect">
            <a:avLst/>
          </a:prstGeom>
          <a:noFill/>
          <a:ln>
            <a:noFill/>
          </a:ln>
        </p:spPr>
        <p:txBody>
          <a:bodyPr wrap="square" lIns="45720" tIns="0" rIns="45720" bIns="0" rtlCol="0" anchor="ctr">
            <a:noAutofit/>
          </a:bodyPr>
          <a:lstStyle/>
          <a:p>
            <a:pPr marL="0" indent="0" algn="l" rtl="0">
              <a:spcBef>
                <a:spcPts val="0"/>
              </a:spcBef>
              <a:spcAft>
                <a:spcPts val="0"/>
              </a:spcAft>
              <a:buNone/>
            </a:pPr>
            <a:r>
              <a:rPr lang="en-IN" sz="2000" b="1" i="0" dirty="0">
                <a:solidFill>
                  <a:srgbClr val="3E5C5D"/>
                </a:solidFill>
                <a:latin typeface="Times New Roman" panose="02020603050405020304" pitchFamily="18" charset="0"/>
                <a:cs typeface="Times New Roman" panose="02020603050405020304" pitchFamily="18" charset="0"/>
              </a:rPr>
              <a:t>Remaining 30%</a:t>
            </a:r>
            <a:endParaRPr lang="en-IN" sz="2000" dirty="0">
              <a:latin typeface="Times New Roman" panose="02020603050405020304" pitchFamily="18" charset="0"/>
              <a:cs typeface="Times New Roman" panose="02020603050405020304" pitchFamily="18" charset="0"/>
            </a:endParaRPr>
          </a:p>
        </p:txBody>
      </p:sp>
      <p:sp>
        <p:nvSpPr>
          <p:cNvPr id="14" name="Remaining list 14"/>
          <p:cNvSpPr txBox="1"/>
          <p:nvPr/>
        </p:nvSpPr>
        <p:spPr>
          <a:xfrm>
            <a:off x="4892040" y="2724912"/>
            <a:ext cx="3547872" cy="2423160"/>
          </a:xfrm>
          <a:prstGeom prst="rect">
            <a:avLst/>
          </a:prstGeom>
          <a:noFill/>
          <a:ln>
            <a:noFill/>
          </a:ln>
        </p:spPr>
        <p:txBody>
          <a:bodyPr wrap="square" lIns="91440" tIns="45720" rIns="91440" bIns="45720" rtlCol="0" anchor="t">
            <a:noAutofit/>
          </a:bodyPr>
          <a:lstStyle/>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More testing and debugging</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Test different input cases</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Improve output/interface</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Handle additional edge cases</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Final documentation</a:t>
            </a:r>
            <a:endParaRPr lang="en-IN" sz="1500" dirty="0">
              <a:latin typeface="Times New Roman" panose="02020603050405020304" pitchFamily="18" charset="0"/>
              <a:cs typeface="Times New Roman" panose="02020603050405020304" pitchFamily="18" charset="0"/>
            </a:endParaRPr>
          </a:p>
          <a:p>
            <a:pPr marL="285750" indent="-285750" algn="l" rtl="0">
              <a:spcBef>
                <a:spcPts val="450"/>
              </a:spcBef>
              <a:spcAft>
                <a:spcPts val="0"/>
              </a:spcAft>
              <a:buClr>
                <a:srgbClr val="3E5C5D"/>
              </a:buClr>
              <a:buSzPct val="120000"/>
              <a:buFont typeface="Segoe UI Symbol"/>
              <a:buChar char="→"/>
            </a:pPr>
            <a:r>
              <a:rPr lang="en-IN" sz="1500" b="0" i="0" dirty="0">
                <a:solidFill>
                  <a:srgbClr val="1A1A1A"/>
                </a:solidFill>
                <a:latin typeface="Times New Roman" panose="02020603050405020304" pitchFamily="18" charset="0"/>
                <a:cs typeface="Times New Roman" panose="02020603050405020304" pitchFamily="18" charset="0"/>
              </a:rPr>
              <a:t>Final testing and project presentation</a:t>
            </a:r>
            <a:endParaRPr lang="en-IN" sz="1500" dirty="0">
              <a:latin typeface="Times New Roman" panose="02020603050405020304" pitchFamily="18" charset="0"/>
              <a:cs typeface="Times New Roman" panose="02020603050405020304" pitchFamily="18" charset="0"/>
            </a:endParaRPr>
          </a:p>
        </p:txBody>
      </p:sp>
      <p:sp>
        <p:nvSpPr>
          <p:cNvPr id="15" name="Closing statement 15"/>
          <p:cNvSpPr/>
          <p:nvPr/>
        </p:nvSpPr>
        <p:spPr>
          <a:xfrm>
            <a:off x="566928" y="5413248"/>
            <a:ext cx="8010144" cy="621792"/>
          </a:xfrm>
          <a:prstGeom prst="roundRect">
            <a:avLst>
              <a:gd name="adj" fmla="val 12000"/>
            </a:avLst>
          </a:prstGeom>
          <a:solidFill>
            <a:srgbClr val="F3F7F7"/>
          </a:solidFill>
          <a:ln w="12700">
            <a:solidFill>
              <a:srgbClr val="8BACAD"/>
            </a:solidFill>
          </a:ln>
        </p:spPr>
        <p:txBody>
          <a:bodyPr wrap="square" lIns="228600" tIns="45720" rIns="228600" bIns="45720" rtlCol="0" anchor="ctr">
            <a:noAutofit/>
          </a:bodyPr>
          <a:lstStyle/>
          <a:p>
            <a:pPr marL="0" indent="0" algn="ctr" rtl="0">
              <a:spcBef>
                <a:spcPts val="0"/>
              </a:spcBef>
              <a:spcAft>
                <a:spcPts val="0"/>
              </a:spcAft>
              <a:buNone/>
            </a:pPr>
            <a:r>
              <a:rPr lang="en-IN" sz="1600" b="1" i="1" dirty="0">
                <a:solidFill>
                  <a:srgbClr val="3E5C5D"/>
                </a:solidFill>
                <a:latin typeface="Times New Roman" panose="02020603050405020304" pitchFamily="18" charset="0"/>
                <a:cs typeface="Times New Roman" panose="02020603050405020304" pitchFamily="18" charset="0"/>
              </a:rPr>
              <a:t>Phase 2 focuses on implementing the core functionality of the Personal Expense Tracker.</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dge 2"/>
          <p:cNvSpPr/>
          <p:nvPr/>
        </p:nvSpPr>
        <p:spPr>
          <a:xfrm>
            <a:off x="4069080" y="868680"/>
            <a:ext cx="1005840" cy="1005840"/>
          </a:xfrm>
          <a:prstGeom prst="ellipse">
            <a:avLst/>
          </a:prstGeom>
          <a:solidFill>
            <a:srgbClr val="8064A2"/>
          </a:solidFill>
          <a:ln>
            <a:noFill/>
          </a:ln>
        </p:spPr>
      </p:sp>
      <p:pic>
        <p:nvPicPr>
          <p:cNvPr id="3" name="Icon 3" descr="Validation and reliability"/>
          <p:cNvPicPr>
            <a:picLocks noChangeAspect="1"/>
          </p:cNvPicPr>
          <p:nvPr/>
        </p:nvPicPr>
        <p:blipFill>
          <a:blip r:embed="rId2"/>
          <a:stretch>
            <a:fillRect/>
          </a:stretch>
        </p:blipFill>
        <p:spPr>
          <a:xfrm>
            <a:off x="4279392" y="1078992"/>
            <a:ext cx="585216" cy="585216"/>
          </a:xfrm>
          <a:prstGeom prst="rect">
            <a:avLst/>
          </a:prstGeom>
        </p:spPr>
      </p:pic>
      <p:sp>
        <p:nvSpPr>
          <p:cNvPr id="4" name="Title 4"/>
          <p:cNvSpPr txBox="1"/>
          <p:nvPr/>
        </p:nvSpPr>
        <p:spPr>
          <a:xfrm>
            <a:off x="292608" y="2084832"/>
            <a:ext cx="8558784" cy="566928"/>
          </a:xfrm>
          <a:prstGeom prst="rect">
            <a:avLst/>
          </a:prstGeom>
          <a:noFill/>
        </p:spPr>
        <p:txBody>
          <a:bodyPr wrap="square" anchor="ctr">
            <a:noAutofit/>
          </a:bodyPr>
          <a:lstStyle/>
          <a:p>
            <a:pPr algn="ctr">
              <a:buNone/>
            </a:pPr>
            <a:r>
              <a:rPr lang="en-IN" sz="3000" b="1" i="1" dirty="0">
                <a:solidFill>
                  <a:srgbClr val="1A1A1A"/>
                </a:solidFill>
                <a:latin typeface="Times New Roman" panose="02020603050405020304" pitchFamily="18" charset="0"/>
                <a:cs typeface="Times New Roman" panose="02020603050405020304" pitchFamily="18" charset="0"/>
              </a:rPr>
              <a:t>Personal Expense Tracker</a:t>
            </a:r>
          </a:p>
        </p:txBody>
      </p:sp>
      <p:sp>
        <p:nvSpPr>
          <p:cNvPr id="5" name="Title 5"/>
          <p:cNvSpPr txBox="1"/>
          <p:nvPr/>
        </p:nvSpPr>
        <p:spPr>
          <a:xfrm>
            <a:off x="292608" y="2596896"/>
            <a:ext cx="8558784" cy="658368"/>
          </a:xfrm>
          <a:prstGeom prst="rect">
            <a:avLst/>
          </a:prstGeom>
          <a:noFill/>
        </p:spPr>
        <p:txBody>
          <a:bodyPr wrap="square" anchor="ctr">
            <a:noAutofit/>
          </a:bodyPr>
          <a:lstStyle/>
          <a:p>
            <a:pPr algn="ctr">
              <a:buNone/>
            </a:pPr>
            <a:r>
              <a:rPr lang="en-IN" sz="3800" b="1" i="1" dirty="0">
                <a:solidFill>
                  <a:srgbClr val="5E4685"/>
                </a:solidFill>
                <a:latin typeface="Times New Roman" panose="02020603050405020304" pitchFamily="18" charset="0"/>
                <a:cs typeface="Times New Roman" panose="02020603050405020304" pitchFamily="18" charset="0"/>
              </a:rPr>
              <a:t>Final Phase 3</a:t>
            </a:r>
          </a:p>
        </p:txBody>
      </p:sp>
      <p:sp>
        <p:nvSpPr>
          <p:cNvPr id="6" name="Divider 6"/>
          <p:cNvSpPr/>
          <p:nvPr/>
        </p:nvSpPr>
        <p:spPr>
          <a:xfrm>
            <a:off x="1920240" y="3520440"/>
            <a:ext cx="5303520" cy="27432"/>
          </a:xfrm>
          <a:prstGeom prst="rect">
            <a:avLst/>
          </a:prstGeom>
          <a:solidFill>
            <a:srgbClr val="8BACAD"/>
          </a:solidFill>
          <a:ln>
            <a:noFill/>
          </a:ln>
        </p:spPr>
      </p:sp>
      <p:sp>
        <p:nvSpPr>
          <p:cNvPr id="7" name="Subtitle chip 7"/>
          <p:cNvSpPr/>
          <p:nvPr/>
        </p:nvSpPr>
        <p:spPr>
          <a:xfrm>
            <a:off x="1280160" y="3886200"/>
            <a:ext cx="6583680" cy="566928"/>
          </a:xfrm>
          <a:prstGeom prst="roundRect">
            <a:avLst>
              <a:gd name="adj" fmla="val 20000"/>
            </a:avLst>
          </a:prstGeom>
          <a:solidFill>
            <a:srgbClr val="E7E1F0"/>
          </a:solidFill>
          <a:ln w="12700">
            <a:solidFill>
              <a:srgbClr val="D3C9E3"/>
            </a:solidFill>
          </a:ln>
        </p:spPr>
        <p:txBody>
          <a:bodyPr wrap="square" lIns="182880" tIns="18288" rIns="182880" bIns="18288" rtlCol="0" anchor="ctr">
            <a:noAutofit/>
          </a:bodyPr>
          <a:lstStyle/>
          <a:p>
            <a:pPr marL="0" indent="0" algn="ctr" rtl="0">
              <a:spcBef>
                <a:spcPts val="0"/>
              </a:spcBef>
              <a:spcAft>
                <a:spcPts val="0"/>
              </a:spcAft>
              <a:buNone/>
            </a:pPr>
            <a:r>
              <a:rPr lang="en-IN" sz="1600" b="1" i="0" dirty="0">
                <a:solidFill>
                  <a:srgbClr val="5E4685"/>
                </a:solidFill>
                <a:latin typeface="Times New Roman" panose="02020603050405020304" pitchFamily="18" charset="0"/>
                <a:cs typeface="Times New Roman" panose="02020603050405020304" pitchFamily="18" charset="0"/>
              </a:rPr>
              <a:t>Data Validation and Financial Reporting Enhancement</a:t>
            </a:r>
            <a:endParaRPr lang="en-IN" sz="1600" dirty="0">
              <a:latin typeface="Times New Roman" panose="02020603050405020304" pitchFamily="18" charset="0"/>
              <a:cs typeface="Times New Roman" panose="02020603050405020304" pitchFamily="18" charset="0"/>
            </a:endParaRPr>
          </a:p>
        </p:txBody>
      </p:sp>
      <p:sp>
        <p:nvSpPr>
          <p:cNvPr id="8" name="Subtitle chip 8"/>
          <p:cNvSpPr/>
          <p:nvPr/>
        </p:nvSpPr>
        <p:spPr>
          <a:xfrm>
            <a:off x="1280160" y="4636008"/>
            <a:ext cx="6583680" cy="566928"/>
          </a:xfrm>
          <a:prstGeom prst="roundRect">
            <a:avLst>
              <a:gd name="adj" fmla="val 20000"/>
            </a:avLst>
          </a:prstGeom>
          <a:solidFill>
            <a:srgbClr val="DDEFF3"/>
          </a:solidFill>
          <a:ln w="12700">
            <a:solidFill>
              <a:srgbClr val="BFDDE6"/>
            </a:solidFill>
          </a:ln>
        </p:spPr>
        <p:txBody>
          <a:bodyPr wrap="square" lIns="182880" tIns="18288" rIns="182880" bIns="18288" rtlCol="0" anchor="ctr">
            <a:noAutofit/>
          </a:bodyPr>
          <a:lstStyle/>
          <a:p>
            <a:pPr marL="0" indent="0" algn="ctr" rtl="0">
              <a:spcBef>
                <a:spcPts val="0"/>
              </a:spcBef>
              <a:spcAft>
                <a:spcPts val="0"/>
              </a:spcAft>
              <a:buNone/>
            </a:pPr>
            <a:r>
              <a:rPr lang="en-IN" sz="1600" b="1" i="0" dirty="0">
                <a:solidFill>
                  <a:srgbClr val="1F6A80"/>
                </a:solidFill>
                <a:latin typeface="Times New Roman" panose="02020603050405020304" pitchFamily="18" charset="0"/>
                <a:cs typeface="Times New Roman" panose="02020603050405020304" pitchFamily="18" charset="0"/>
              </a:rPr>
              <a:t>Python-based Expense Management System</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Project Overview</a:t>
            </a:r>
            <a:endParaRPr lang="en-IN" sz="2800" i="1" dirty="0">
              <a:latin typeface="Times New Roman" panose="02020603050405020304" pitchFamily="18" charset="0"/>
              <a:cs typeface="Times New Roman" panose="02020603050405020304" pitchFamily="18" charset="0"/>
            </a:endParaRPr>
          </a:p>
        </p:txBody>
      </p:sp>
      <p:sp>
        <p:nvSpPr>
          <p:cNvPr id="3" name="Overview row 3"/>
          <p:cNvSpPr/>
          <p:nvPr/>
        </p:nvSpPr>
        <p:spPr>
          <a:xfrm>
            <a:off x="566928" y="1143000"/>
            <a:ext cx="8010144" cy="1078992"/>
          </a:xfrm>
          <a:prstGeom prst="roundRect">
            <a:avLst>
              <a:gd name="adj" fmla="val 6000"/>
            </a:avLst>
          </a:prstGeom>
          <a:solidFill>
            <a:srgbClr val="E7E1F0"/>
          </a:solidFill>
          <a:ln w="12700">
            <a:solidFill>
              <a:srgbClr val="D3C9E3"/>
            </a:solidFill>
          </a:ln>
        </p:spPr>
      </p:sp>
      <p:sp>
        <p:nvSpPr>
          <p:cNvPr id="4" name="Icon circle 4"/>
          <p:cNvSpPr/>
          <p:nvPr/>
        </p:nvSpPr>
        <p:spPr>
          <a:xfrm>
            <a:off x="832104" y="1325880"/>
            <a:ext cx="713232" cy="713232"/>
          </a:xfrm>
          <a:prstGeom prst="ellipse">
            <a:avLst/>
          </a:prstGeom>
          <a:solidFill>
            <a:srgbClr val="8064A2"/>
          </a:solidFill>
          <a:ln>
            <a:noFill/>
          </a:ln>
        </p:spPr>
      </p:sp>
      <p:pic>
        <p:nvPicPr>
          <p:cNvPr id="5" name="Icon 5" descr="Record Income &amp; Expenses icon"/>
          <p:cNvPicPr>
            <a:picLocks noChangeAspect="1"/>
          </p:cNvPicPr>
          <p:nvPr/>
        </p:nvPicPr>
        <p:blipFill>
          <a:blip r:embed="rId2"/>
          <a:stretch>
            <a:fillRect/>
          </a:stretch>
        </p:blipFill>
        <p:spPr>
          <a:xfrm>
            <a:off x="1017544" y="1511320"/>
            <a:ext cx="342351" cy="342351"/>
          </a:xfrm>
          <a:prstGeom prst="rect">
            <a:avLst/>
          </a:prstGeom>
        </p:spPr>
      </p:pic>
      <p:sp>
        <p:nvSpPr>
          <p:cNvPr id="6" name="Overview text 6"/>
          <p:cNvSpPr txBox="1"/>
          <p:nvPr/>
        </p:nvSpPr>
        <p:spPr>
          <a:xfrm>
            <a:off x="1755648" y="1143000"/>
            <a:ext cx="6638544" cy="1078992"/>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800" b="1" i="0" dirty="0">
                <a:solidFill>
                  <a:srgbClr val="5E4685"/>
                </a:solidFill>
                <a:latin typeface="Times New Roman" panose="02020603050405020304" pitchFamily="18" charset="0"/>
                <a:cs typeface="Times New Roman" panose="02020603050405020304" pitchFamily="18" charset="0"/>
              </a:rPr>
              <a:t>Record Income &amp; Expenses</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Developed a Personal Expense Tracker to record income and expenses.</a:t>
            </a:r>
            <a:endParaRPr lang="en-IN" sz="1400" dirty="0">
              <a:latin typeface="Times New Roman" panose="02020603050405020304" pitchFamily="18" charset="0"/>
              <a:cs typeface="Times New Roman" panose="02020603050405020304" pitchFamily="18" charset="0"/>
            </a:endParaRPr>
          </a:p>
        </p:txBody>
      </p:sp>
      <p:sp>
        <p:nvSpPr>
          <p:cNvPr id="7" name="Overview row 7"/>
          <p:cNvSpPr/>
          <p:nvPr/>
        </p:nvSpPr>
        <p:spPr>
          <a:xfrm>
            <a:off x="566928" y="2404872"/>
            <a:ext cx="8010144" cy="1078992"/>
          </a:xfrm>
          <a:prstGeom prst="roundRect">
            <a:avLst>
              <a:gd name="adj" fmla="val 6000"/>
            </a:avLst>
          </a:prstGeom>
          <a:solidFill>
            <a:srgbClr val="E1EAF5"/>
          </a:solidFill>
          <a:ln w="12700">
            <a:solidFill>
              <a:srgbClr val="C7D8EC"/>
            </a:solidFill>
          </a:ln>
        </p:spPr>
      </p:sp>
      <p:sp>
        <p:nvSpPr>
          <p:cNvPr id="8" name="Icon circle 8"/>
          <p:cNvSpPr/>
          <p:nvPr/>
        </p:nvSpPr>
        <p:spPr>
          <a:xfrm>
            <a:off x="832104" y="2587752"/>
            <a:ext cx="713232" cy="713232"/>
          </a:xfrm>
          <a:prstGeom prst="ellipse">
            <a:avLst/>
          </a:prstGeom>
          <a:solidFill>
            <a:srgbClr val="4F81BD"/>
          </a:solidFill>
          <a:ln>
            <a:noFill/>
          </a:ln>
        </p:spPr>
      </p:sp>
      <p:pic>
        <p:nvPicPr>
          <p:cNvPr id="9" name="Icon 9" descr="Manage Transactions Efficiently icon"/>
          <p:cNvPicPr>
            <a:picLocks noChangeAspect="1"/>
          </p:cNvPicPr>
          <p:nvPr/>
        </p:nvPicPr>
        <p:blipFill>
          <a:blip r:embed="rId3"/>
          <a:stretch>
            <a:fillRect/>
          </a:stretch>
        </p:blipFill>
        <p:spPr>
          <a:xfrm>
            <a:off x="1017544" y="2773192"/>
            <a:ext cx="342351" cy="342351"/>
          </a:xfrm>
          <a:prstGeom prst="rect">
            <a:avLst/>
          </a:prstGeom>
        </p:spPr>
      </p:pic>
      <p:sp>
        <p:nvSpPr>
          <p:cNvPr id="10" name="Overview text 10"/>
          <p:cNvSpPr txBox="1"/>
          <p:nvPr/>
        </p:nvSpPr>
        <p:spPr>
          <a:xfrm>
            <a:off x="1755648" y="2404872"/>
            <a:ext cx="6638544" cy="1078992"/>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800" b="1" i="0" dirty="0">
                <a:solidFill>
                  <a:srgbClr val="2F5D96"/>
                </a:solidFill>
                <a:latin typeface="Times New Roman" panose="02020603050405020304" pitchFamily="18" charset="0"/>
                <a:cs typeface="Times New Roman" panose="02020603050405020304" pitchFamily="18" charset="0"/>
              </a:rPr>
              <a:t>Manage Transactions Efficiently</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Helps users manage daily financial transactions efficiently.</a:t>
            </a:r>
            <a:endParaRPr lang="en-IN" sz="1400" dirty="0">
              <a:latin typeface="Times New Roman" panose="02020603050405020304" pitchFamily="18" charset="0"/>
              <a:cs typeface="Times New Roman" panose="02020603050405020304" pitchFamily="18" charset="0"/>
            </a:endParaRPr>
          </a:p>
        </p:txBody>
      </p:sp>
      <p:sp>
        <p:nvSpPr>
          <p:cNvPr id="11" name="Overview row 11"/>
          <p:cNvSpPr/>
          <p:nvPr/>
        </p:nvSpPr>
        <p:spPr>
          <a:xfrm>
            <a:off x="566928" y="3666744"/>
            <a:ext cx="8010144" cy="1078992"/>
          </a:xfrm>
          <a:prstGeom prst="roundRect">
            <a:avLst>
              <a:gd name="adj" fmla="val 6000"/>
            </a:avLst>
          </a:prstGeom>
          <a:solidFill>
            <a:srgbClr val="DDEFF3"/>
          </a:solidFill>
          <a:ln w="12700">
            <a:solidFill>
              <a:srgbClr val="BFDDE6"/>
            </a:solidFill>
          </a:ln>
        </p:spPr>
      </p:sp>
      <p:sp>
        <p:nvSpPr>
          <p:cNvPr id="12" name="Icon circle 12"/>
          <p:cNvSpPr/>
          <p:nvPr/>
        </p:nvSpPr>
        <p:spPr>
          <a:xfrm>
            <a:off x="832104" y="3849624"/>
            <a:ext cx="713232" cy="713232"/>
          </a:xfrm>
          <a:prstGeom prst="ellipse">
            <a:avLst/>
          </a:prstGeom>
          <a:solidFill>
            <a:srgbClr val="31859C"/>
          </a:solidFill>
          <a:ln>
            <a:noFill/>
          </a:ln>
        </p:spPr>
      </p:sp>
      <p:pic>
        <p:nvPicPr>
          <p:cNvPr id="13" name="Icon 13" descr="Store, Summarize &amp; Report icon"/>
          <p:cNvPicPr>
            <a:picLocks noChangeAspect="1"/>
          </p:cNvPicPr>
          <p:nvPr/>
        </p:nvPicPr>
        <p:blipFill>
          <a:blip r:embed="rId4"/>
          <a:stretch>
            <a:fillRect/>
          </a:stretch>
        </p:blipFill>
        <p:spPr>
          <a:xfrm>
            <a:off x="1017544" y="4035064"/>
            <a:ext cx="342351" cy="342351"/>
          </a:xfrm>
          <a:prstGeom prst="rect">
            <a:avLst/>
          </a:prstGeom>
        </p:spPr>
      </p:pic>
      <p:sp>
        <p:nvSpPr>
          <p:cNvPr id="14" name="Overview text 14"/>
          <p:cNvSpPr txBox="1"/>
          <p:nvPr/>
        </p:nvSpPr>
        <p:spPr>
          <a:xfrm>
            <a:off x="1755648" y="3666744"/>
            <a:ext cx="6638544" cy="1078992"/>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800" b="1" i="0" dirty="0">
                <a:solidFill>
                  <a:srgbClr val="1F6A80"/>
                </a:solidFill>
                <a:latin typeface="Times New Roman" panose="02020603050405020304" pitchFamily="18" charset="0"/>
                <a:cs typeface="Times New Roman" panose="02020603050405020304" pitchFamily="18" charset="0"/>
              </a:rPr>
              <a:t>Store, Summarize &amp; Report</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The system stores data in CSV format and provides summaries and reports.</a:t>
            </a:r>
            <a:endParaRPr lang="en-IN" sz="1400" dirty="0">
              <a:latin typeface="Times New Roman" panose="02020603050405020304" pitchFamily="18" charset="0"/>
              <a:cs typeface="Times New Roman" panose="02020603050405020304" pitchFamily="18" charset="0"/>
            </a:endParaRPr>
          </a:p>
        </p:txBody>
      </p:sp>
      <p:sp>
        <p:nvSpPr>
          <p:cNvPr id="15" name="Overview row 15"/>
          <p:cNvSpPr/>
          <p:nvPr/>
        </p:nvSpPr>
        <p:spPr>
          <a:xfrm>
            <a:off x="566928" y="4928616"/>
            <a:ext cx="8010144" cy="1078992"/>
          </a:xfrm>
          <a:prstGeom prst="roundRect">
            <a:avLst>
              <a:gd name="adj" fmla="val 6000"/>
            </a:avLst>
          </a:prstGeom>
          <a:solidFill>
            <a:srgbClr val="E7E1F0"/>
          </a:solidFill>
          <a:ln w="12700">
            <a:solidFill>
              <a:srgbClr val="D3C9E3"/>
            </a:solidFill>
          </a:ln>
        </p:spPr>
      </p:sp>
      <p:sp>
        <p:nvSpPr>
          <p:cNvPr id="16" name="Icon circle 16"/>
          <p:cNvSpPr/>
          <p:nvPr/>
        </p:nvSpPr>
        <p:spPr>
          <a:xfrm>
            <a:off x="832104" y="5111496"/>
            <a:ext cx="713232" cy="713232"/>
          </a:xfrm>
          <a:prstGeom prst="ellipse">
            <a:avLst/>
          </a:prstGeom>
          <a:solidFill>
            <a:srgbClr val="8064A2"/>
          </a:solidFill>
          <a:ln>
            <a:noFill/>
          </a:ln>
        </p:spPr>
      </p:sp>
      <p:pic>
        <p:nvPicPr>
          <p:cNvPr id="17" name="Icon 17" descr="Reliable &amp; Usable icon"/>
          <p:cNvPicPr>
            <a:picLocks noChangeAspect="1"/>
          </p:cNvPicPr>
          <p:nvPr/>
        </p:nvPicPr>
        <p:blipFill>
          <a:blip r:embed="rId5"/>
          <a:stretch>
            <a:fillRect/>
          </a:stretch>
        </p:blipFill>
        <p:spPr>
          <a:xfrm>
            <a:off x="1017544" y="5296936"/>
            <a:ext cx="342351" cy="342351"/>
          </a:xfrm>
          <a:prstGeom prst="rect">
            <a:avLst/>
          </a:prstGeom>
        </p:spPr>
      </p:pic>
      <p:sp>
        <p:nvSpPr>
          <p:cNvPr id="18" name="Overview text 18"/>
          <p:cNvSpPr txBox="1"/>
          <p:nvPr/>
        </p:nvSpPr>
        <p:spPr>
          <a:xfrm>
            <a:off x="1755648" y="4928616"/>
            <a:ext cx="6638544" cy="1078992"/>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800" b="1" i="0" dirty="0">
                <a:solidFill>
                  <a:srgbClr val="5E4685"/>
                </a:solidFill>
                <a:latin typeface="Times New Roman" panose="02020603050405020304" pitchFamily="18" charset="0"/>
                <a:cs typeface="Times New Roman" panose="02020603050405020304" pitchFamily="18" charset="0"/>
              </a:rPr>
              <a:t>Reliable &amp; Usable</a:t>
            </a:r>
            <a:endParaRPr lang="en-IN" sz="1800" dirty="0">
              <a:latin typeface="Times New Roman" panose="02020603050405020304" pitchFamily="18" charset="0"/>
              <a:cs typeface="Times New Roman" panose="02020603050405020304" pitchFamily="18" charset="0"/>
            </a:endParaRPr>
          </a:p>
          <a:p>
            <a:pPr marL="0" indent="0" algn="l" rtl="0">
              <a:spcBef>
                <a:spcPts val="300"/>
              </a:spcBef>
              <a:spcAft>
                <a:spcPts val="0"/>
              </a:spcAft>
              <a:buNone/>
            </a:pPr>
            <a:r>
              <a:rPr lang="en-IN" sz="1400" b="0" i="0" dirty="0">
                <a:solidFill>
                  <a:srgbClr val="1A1A1A"/>
                </a:solidFill>
                <a:latin typeface="Times New Roman" panose="02020603050405020304" pitchFamily="18" charset="0"/>
                <a:cs typeface="Times New Roman" panose="02020603050405020304" pitchFamily="18" charset="0"/>
              </a:rPr>
              <a:t>Final phase focused on improving reliability, accuracy, and usability.</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What I Modified in the Code</a:t>
            </a:r>
            <a:endParaRPr lang="en-IN" sz="2800" i="1" dirty="0">
              <a:latin typeface="Times New Roman" panose="02020603050405020304" pitchFamily="18" charset="0"/>
              <a:cs typeface="Times New Roman" panose="02020603050405020304" pitchFamily="18" charset="0"/>
            </a:endParaRPr>
          </a:p>
        </p:txBody>
      </p:sp>
      <p:sp>
        <p:nvSpPr>
          <p:cNvPr id="3" name="Subheading 3"/>
          <p:cNvSpPr txBox="1"/>
          <p:nvPr/>
        </p:nvSpPr>
        <p:spPr>
          <a:xfrm>
            <a:off x="566928" y="1078992"/>
            <a:ext cx="4022628" cy="384048"/>
          </a:xfrm>
          <a:prstGeom prst="rect">
            <a:avLst/>
          </a:prstGeom>
          <a:noFill/>
          <a:ln>
            <a:noFill/>
          </a:ln>
        </p:spPr>
        <p:txBody>
          <a:bodyPr wrap="square" lIns="91440" tIns="45720" rIns="91440" bIns="45720" rtlCol="0" anchor="t">
            <a:noAutofit/>
          </a:bodyPr>
          <a:lstStyle/>
          <a:p>
            <a:pPr marL="0" indent="0" algn="l" rtl="0">
              <a:spcBef>
                <a:spcPts val="0"/>
              </a:spcBef>
              <a:spcAft>
                <a:spcPts val="0"/>
              </a:spcAft>
              <a:buNone/>
            </a:pPr>
            <a:r>
              <a:rPr lang="en-IN" sz="1900" b="1" i="1" dirty="0">
                <a:solidFill>
                  <a:srgbClr val="5E4685"/>
                </a:solidFill>
                <a:latin typeface="Times New Roman" panose="02020603050405020304" pitchFamily="18" charset="0"/>
                <a:cs typeface="Times New Roman" panose="02020603050405020304" pitchFamily="18" charset="0"/>
              </a:rPr>
              <a:t>Core Improvements</a:t>
            </a:r>
            <a:endParaRPr lang="en-IN" sz="1900" dirty="0">
              <a:latin typeface="Times New Roman" panose="02020603050405020304" pitchFamily="18" charset="0"/>
              <a:cs typeface="Times New Roman" panose="02020603050405020304" pitchFamily="18" charset="0"/>
            </a:endParaRPr>
          </a:p>
        </p:txBody>
      </p:sp>
      <p:sp>
        <p:nvSpPr>
          <p:cNvPr id="4" name="Core card 4"/>
          <p:cNvSpPr/>
          <p:nvPr/>
        </p:nvSpPr>
        <p:spPr>
          <a:xfrm>
            <a:off x="566928" y="1481328"/>
            <a:ext cx="4022628" cy="4160520"/>
          </a:xfrm>
          <a:prstGeom prst="roundRect">
            <a:avLst>
              <a:gd name="adj" fmla="val 4000"/>
            </a:avLst>
          </a:prstGeom>
          <a:solidFill>
            <a:srgbClr val="E7E1F0"/>
          </a:solidFill>
          <a:ln w="12700">
            <a:solidFill>
              <a:srgbClr val="D3C9E3"/>
            </a:solidFill>
          </a:ln>
        </p:spPr>
      </p:sp>
      <p:sp>
        <p:nvSpPr>
          <p:cNvPr id="5" name="Core bullets 5"/>
          <p:cNvSpPr txBox="1"/>
          <p:nvPr/>
        </p:nvSpPr>
        <p:spPr>
          <a:xfrm>
            <a:off x="768096" y="1627632"/>
            <a:ext cx="3656868" cy="3840480"/>
          </a:xfrm>
          <a:prstGeom prst="rect">
            <a:avLst/>
          </a:prstGeom>
          <a:noFill/>
          <a:ln>
            <a:noFill/>
          </a:ln>
        </p:spPr>
        <p:txBody>
          <a:bodyPr wrap="square" lIns="91440" tIns="45720" rIns="91440" bIns="45720" rtlCol="0" anchor="t">
            <a:noAutofit/>
          </a:bodyPr>
          <a:lstStyle/>
          <a:p>
            <a:pPr marL="342900" indent="-342900" algn="l" rtl="0">
              <a:spcBef>
                <a:spcPts val="900"/>
              </a:spcBef>
              <a:spcAft>
                <a:spcPts val="0"/>
              </a:spcAft>
              <a:buClr>
                <a:srgbClr val="000000"/>
              </a:buClr>
              <a:buSzPct val="100000"/>
              <a:buFont typeface="Arial"/>
              <a:buChar char="•"/>
            </a:pPr>
            <a:r>
              <a:rPr lang="en-IN" sz="1500" b="0" i="0" dirty="0">
                <a:solidFill>
                  <a:srgbClr val="1A1A1A"/>
                </a:solidFill>
                <a:latin typeface="Times New Roman" panose="02020603050405020304" pitchFamily="18" charset="0"/>
                <a:cs typeface="Times New Roman" panose="02020603050405020304" pitchFamily="18" charset="0"/>
              </a:rPr>
              <a:t>Improved </a:t>
            </a:r>
            <a:r>
              <a:rPr lang="en-IN" sz="1500" b="1" i="0" dirty="0">
                <a:solidFill>
                  <a:srgbClr val="1A1A1A"/>
                </a:solidFill>
                <a:latin typeface="Times New Roman" panose="02020603050405020304" pitchFamily="18" charset="0"/>
                <a:cs typeface="Times New Roman" panose="02020603050405020304" pitchFamily="18" charset="0"/>
              </a:rPr>
              <a:t>CSV file creation and initialization</a:t>
            </a:r>
            <a:r>
              <a:rPr lang="en-IN" sz="1500" b="0" i="0" dirty="0">
                <a:solidFill>
                  <a:srgbClr val="1A1A1A"/>
                </a:solidFill>
                <a:latin typeface="Times New Roman" panose="02020603050405020304" pitchFamily="18" charset="0"/>
                <a:cs typeface="Times New Roman" panose="02020603050405020304" pitchFamily="18" charset="0"/>
              </a:rPr>
              <a:t>.</a:t>
            </a:r>
            <a:endParaRPr lang="en-IN" sz="1500" dirty="0">
              <a:latin typeface="Times New Roman" panose="02020603050405020304" pitchFamily="18" charset="0"/>
              <a:cs typeface="Times New Roman" panose="02020603050405020304" pitchFamily="18" charset="0"/>
            </a:endParaRPr>
          </a:p>
          <a:p>
            <a:pPr marL="342900" indent="-342900" algn="l" rtl="0">
              <a:spcBef>
                <a:spcPts val="900"/>
              </a:spcBef>
              <a:spcAft>
                <a:spcPts val="0"/>
              </a:spcAft>
              <a:buClr>
                <a:srgbClr val="000000"/>
              </a:buClr>
              <a:buSzPct val="100000"/>
              <a:buFont typeface="Arial"/>
              <a:buChar char="•"/>
            </a:pPr>
            <a:r>
              <a:rPr lang="en-IN" sz="1500" b="0" i="0" dirty="0">
                <a:solidFill>
                  <a:srgbClr val="1A1A1A"/>
                </a:solidFill>
                <a:latin typeface="Times New Roman" panose="02020603050405020304" pitchFamily="18" charset="0"/>
                <a:cs typeface="Times New Roman" panose="02020603050405020304" pitchFamily="18" charset="0"/>
              </a:rPr>
              <a:t>Added </a:t>
            </a:r>
            <a:r>
              <a:rPr lang="en-IN" sz="1500" b="1" i="0" dirty="0">
                <a:solidFill>
                  <a:srgbClr val="1A1A1A"/>
                </a:solidFill>
                <a:latin typeface="Times New Roman" panose="02020603050405020304" pitchFamily="18" charset="0"/>
                <a:cs typeface="Times New Roman" panose="02020603050405020304" pitchFamily="18" charset="0"/>
              </a:rPr>
              <a:t>automatic file repair</a:t>
            </a:r>
            <a:r>
              <a:rPr lang="en-IN" sz="1500" b="0" i="0" dirty="0">
                <a:solidFill>
                  <a:srgbClr val="1A1A1A"/>
                </a:solidFill>
                <a:latin typeface="Times New Roman" panose="02020603050405020304" pitchFamily="18" charset="0"/>
                <a:cs typeface="Times New Roman" panose="02020603050405020304" pitchFamily="18" charset="0"/>
              </a:rPr>
              <a:t> for missing or corrupted data.</a:t>
            </a:r>
            <a:endParaRPr lang="en-IN" sz="1500" dirty="0">
              <a:latin typeface="Times New Roman" panose="02020603050405020304" pitchFamily="18" charset="0"/>
              <a:cs typeface="Times New Roman" panose="02020603050405020304" pitchFamily="18" charset="0"/>
            </a:endParaRPr>
          </a:p>
          <a:p>
            <a:pPr marL="342900" indent="-342900" algn="l" rtl="0">
              <a:spcBef>
                <a:spcPts val="900"/>
              </a:spcBef>
              <a:spcAft>
                <a:spcPts val="0"/>
              </a:spcAft>
              <a:buClr>
                <a:srgbClr val="000000"/>
              </a:buClr>
              <a:buSzPct val="100000"/>
              <a:buFont typeface="Arial"/>
              <a:buChar char="•"/>
            </a:pPr>
            <a:r>
              <a:rPr lang="en-IN" sz="1500" b="1" i="0" dirty="0">
                <a:solidFill>
                  <a:srgbClr val="1A1A1A"/>
                </a:solidFill>
                <a:latin typeface="Times New Roman" panose="02020603050405020304" pitchFamily="18" charset="0"/>
                <a:cs typeface="Times New Roman" panose="02020603050405020304" pitchFamily="18" charset="0"/>
              </a:rPr>
              <a:t>Standardized</a:t>
            </a:r>
            <a:r>
              <a:rPr lang="en-IN" sz="1500" b="0" i="0" dirty="0">
                <a:solidFill>
                  <a:srgbClr val="1A1A1A"/>
                </a:solidFill>
                <a:latin typeface="Times New Roman" panose="02020603050405020304" pitchFamily="18" charset="0"/>
                <a:cs typeface="Times New Roman" panose="02020603050405020304" pitchFamily="18" charset="0"/>
              </a:rPr>
              <a:t> transaction entries before saving.</a:t>
            </a:r>
            <a:endParaRPr lang="en-IN" sz="1500" dirty="0">
              <a:latin typeface="Times New Roman" panose="02020603050405020304" pitchFamily="18" charset="0"/>
              <a:cs typeface="Times New Roman" panose="02020603050405020304" pitchFamily="18" charset="0"/>
            </a:endParaRPr>
          </a:p>
          <a:p>
            <a:pPr marL="342900" indent="-342900" algn="l" rtl="0">
              <a:spcBef>
                <a:spcPts val="900"/>
              </a:spcBef>
              <a:spcAft>
                <a:spcPts val="0"/>
              </a:spcAft>
              <a:buClr>
                <a:srgbClr val="000000"/>
              </a:buClr>
              <a:buSzPct val="100000"/>
              <a:buFont typeface="Arial"/>
              <a:buChar char="•"/>
            </a:pPr>
            <a:r>
              <a:rPr lang="en-IN" sz="1500" b="1" i="0" dirty="0">
                <a:solidFill>
                  <a:srgbClr val="1A1A1A"/>
                </a:solidFill>
                <a:latin typeface="Times New Roman" panose="02020603050405020304" pitchFamily="18" charset="0"/>
                <a:cs typeface="Times New Roman" panose="02020603050405020304" pitchFamily="18" charset="0"/>
              </a:rPr>
              <a:t>Fixed logic</a:t>
            </a:r>
            <a:r>
              <a:rPr lang="en-IN" sz="1500" b="0" i="0" dirty="0">
                <a:solidFill>
                  <a:srgbClr val="1A1A1A"/>
                </a:solidFill>
                <a:latin typeface="Times New Roman" panose="02020603050405020304" pitchFamily="18" charset="0"/>
                <a:cs typeface="Times New Roman" panose="02020603050405020304" pitchFamily="18" charset="0"/>
              </a:rPr>
              <a:t> to clean and normalize records consistently.</a:t>
            </a:r>
            <a:endParaRPr lang="en-IN" sz="1500" dirty="0">
              <a:latin typeface="Times New Roman" panose="02020603050405020304" pitchFamily="18" charset="0"/>
              <a:cs typeface="Times New Roman" panose="02020603050405020304" pitchFamily="18" charset="0"/>
            </a:endParaRPr>
          </a:p>
          <a:p>
            <a:pPr marL="342900" indent="-342900" algn="l" rtl="0">
              <a:spcBef>
                <a:spcPts val="900"/>
              </a:spcBef>
              <a:spcAft>
                <a:spcPts val="0"/>
              </a:spcAft>
              <a:buClr>
                <a:srgbClr val="000000"/>
              </a:buClr>
              <a:buSzPct val="100000"/>
              <a:buFont typeface="Arial"/>
              <a:buChar char="•"/>
            </a:pPr>
            <a:r>
              <a:rPr lang="en-IN" sz="1500" b="1" i="0" dirty="0">
                <a:solidFill>
                  <a:srgbClr val="1A1A1A"/>
                </a:solidFill>
                <a:latin typeface="Times New Roman" panose="02020603050405020304" pitchFamily="18" charset="0"/>
                <a:cs typeface="Times New Roman" panose="02020603050405020304" pitchFamily="18" charset="0"/>
              </a:rPr>
              <a:t>Improved user experience</a:t>
            </a:r>
            <a:r>
              <a:rPr lang="en-IN" sz="1500" b="0" i="0" dirty="0">
                <a:solidFill>
                  <a:srgbClr val="1A1A1A"/>
                </a:solidFill>
                <a:latin typeface="Times New Roman" panose="02020603050405020304" pitchFamily="18" charset="0"/>
                <a:cs typeface="Times New Roman" panose="02020603050405020304" pitchFamily="18" charset="0"/>
              </a:rPr>
              <a:t> by preventing incorrect data entry.</a:t>
            </a:r>
            <a:endParaRPr lang="en-IN" sz="1500" dirty="0">
              <a:latin typeface="Times New Roman" panose="02020603050405020304" pitchFamily="18" charset="0"/>
              <a:cs typeface="Times New Roman" panose="02020603050405020304" pitchFamily="18" charset="0"/>
            </a:endParaRPr>
          </a:p>
        </p:txBody>
      </p:sp>
      <p:sp>
        <p:nvSpPr>
          <p:cNvPr id="6" name="Subheading 6"/>
          <p:cNvSpPr txBox="1"/>
          <p:nvPr/>
        </p:nvSpPr>
        <p:spPr>
          <a:xfrm>
            <a:off x="4863876" y="1078992"/>
            <a:ext cx="3713196" cy="384048"/>
          </a:xfrm>
          <a:prstGeom prst="rect">
            <a:avLst/>
          </a:prstGeom>
          <a:noFill/>
          <a:ln>
            <a:noFill/>
          </a:ln>
        </p:spPr>
        <p:txBody>
          <a:bodyPr wrap="square" lIns="91440" tIns="45720" rIns="91440" bIns="45720" rtlCol="0" anchor="t">
            <a:noAutofit/>
          </a:bodyPr>
          <a:lstStyle/>
          <a:p>
            <a:pPr marL="0" indent="0" algn="l" rtl="0">
              <a:spcBef>
                <a:spcPts val="0"/>
              </a:spcBef>
              <a:spcAft>
                <a:spcPts val="0"/>
              </a:spcAft>
              <a:buNone/>
            </a:pPr>
            <a:r>
              <a:rPr lang="en-IN" sz="1900" b="1" i="1" dirty="0">
                <a:solidFill>
                  <a:srgbClr val="1F6A80"/>
                </a:solidFill>
                <a:latin typeface="Times New Roman" panose="02020603050405020304" pitchFamily="18" charset="0"/>
                <a:cs typeface="Times New Roman" panose="02020603050405020304" pitchFamily="18" charset="0"/>
              </a:rPr>
              <a:t>Validation Added</a:t>
            </a:r>
            <a:endParaRPr lang="en-IN" sz="1900" dirty="0">
              <a:latin typeface="Times New Roman" panose="02020603050405020304" pitchFamily="18" charset="0"/>
              <a:cs typeface="Times New Roman" panose="02020603050405020304" pitchFamily="18" charset="0"/>
            </a:endParaRPr>
          </a:p>
        </p:txBody>
      </p:sp>
      <p:sp>
        <p:nvSpPr>
          <p:cNvPr id="7" name="Validation card 7"/>
          <p:cNvSpPr/>
          <p:nvPr/>
        </p:nvSpPr>
        <p:spPr>
          <a:xfrm>
            <a:off x="4863876" y="1481328"/>
            <a:ext cx="3713196" cy="4160520"/>
          </a:xfrm>
          <a:prstGeom prst="roundRect">
            <a:avLst>
              <a:gd name="adj" fmla="val 4000"/>
            </a:avLst>
          </a:prstGeom>
          <a:solidFill>
            <a:srgbClr val="DDEFF3"/>
          </a:solidFill>
          <a:ln w="12700">
            <a:solidFill>
              <a:srgbClr val="BFDDE6"/>
            </a:solidFill>
          </a:ln>
        </p:spPr>
      </p:sp>
      <p:sp>
        <p:nvSpPr>
          <p:cNvPr id="8" name="Validation list 8"/>
          <p:cNvSpPr txBox="1"/>
          <p:nvPr/>
        </p:nvSpPr>
        <p:spPr>
          <a:xfrm>
            <a:off x="5065044" y="1700784"/>
            <a:ext cx="3347436" cy="3657600"/>
          </a:xfrm>
          <a:prstGeom prst="rect">
            <a:avLst/>
          </a:prstGeom>
          <a:noFill/>
          <a:ln>
            <a:noFill/>
          </a:ln>
        </p:spPr>
        <p:txBody>
          <a:bodyPr wrap="square" lIns="91440" tIns="45720" rIns="91440" bIns="45720" rtlCol="0" anchor="t">
            <a:noAutofit/>
          </a:bodyPr>
          <a:lstStyle/>
          <a:p>
            <a:pPr marL="285750" indent="-285750" algn="l" rtl="0">
              <a:spcBef>
                <a:spcPts val="1400"/>
              </a:spcBef>
              <a:spcAft>
                <a:spcPts val="0"/>
              </a:spcAft>
              <a:buClr>
                <a:srgbClr val="8064A2"/>
              </a:buClr>
              <a:buSzPct val="120000"/>
              <a:buFont typeface="Segoe UI Symbol"/>
              <a:buChar char="✓"/>
            </a:pPr>
            <a:r>
              <a:rPr lang="en-IN" sz="1550" b="1" i="0" dirty="0">
                <a:solidFill>
                  <a:srgbClr val="1F6A80"/>
                </a:solidFill>
                <a:latin typeface="Times New Roman" panose="02020603050405020304" pitchFamily="18" charset="0"/>
                <a:cs typeface="Times New Roman" panose="02020603050405020304" pitchFamily="18" charset="0"/>
              </a:rPr>
              <a:t>Date format</a:t>
            </a:r>
            <a:endParaRPr lang="en-IN" sz="1550" dirty="0">
              <a:latin typeface="Times New Roman" panose="02020603050405020304" pitchFamily="18" charset="0"/>
              <a:cs typeface="Times New Roman" panose="02020603050405020304" pitchFamily="18" charset="0"/>
            </a:endParaRPr>
          </a:p>
          <a:p>
            <a:pPr marL="285750" indent="-285750" algn="l" rtl="0">
              <a:spcBef>
                <a:spcPts val="1400"/>
              </a:spcBef>
              <a:spcAft>
                <a:spcPts val="0"/>
              </a:spcAft>
              <a:buClr>
                <a:srgbClr val="8064A2"/>
              </a:buClr>
              <a:buSzPct val="120000"/>
              <a:buFont typeface="Segoe UI Symbol"/>
              <a:buChar char="✓"/>
            </a:pPr>
            <a:r>
              <a:rPr lang="en-IN" sz="1550" b="1" i="0" dirty="0">
                <a:solidFill>
                  <a:srgbClr val="1F6A80"/>
                </a:solidFill>
                <a:latin typeface="Times New Roman" panose="02020603050405020304" pitchFamily="18" charset="0"/>
                <a:cs typeface="Times New Roman" panose="02020603050405020304" pitchFamily="18" charset="0"/>
              </a:rPr>
              <a:t>Transaction type (Income / Expense)</a:t>
            </a:r>
            <a:endParaRPr lang="en-IN" sz="1550" dirty="0">
              <a:latin typeface="Times New Roman" panose="02020603050405020304" pitchFamily="18" charset="0"/>
              <a:cs typeface="Times New Roman" panose="02020603050405020304" pitchFamily="18" charset="0"/>
            </a:endParaRPr>
          </a:p>
          <a:p>
            <a:pPr marL="285750" indent="-285750" algn="l" rtl="0">
              <a:spcBef>
                <a:spcPts val="1400"/>
              </a:spcBef>
              <a:spcAft>
                <a:spcPts val="0"/>
              </a:spcAft>
              <a:buClr>
                <a:srgbClr val="8064A2"/>
              </a:buClr>
              <a:buSzPct val="120000"/>
              <a:buFont typeface="Segoe UI Symbol"/>
              <a:buChar char="✓"/>
            </a:pPr>
            <a:r>
              <a:rPr lang="en-IN" sz="1550" b="1" i="0" dirty="0">
                <a:solidFill>
                  <a:srgbClr val="1F6A80"/>
                </a:solidFill>
                <a:latin typeface="Times New Roman" panose="02020603050405020304" pitchFamily="18" charset="0"/>
                <a:cs typeface="Times New Roman" panose="02020603050405020304" pitchFamily="18" charset="0"/>
              </a:rPr>
              <a:t>Amount positivity</a:t>
            </a:r>
            <a:endParaRPr lang="en-IN" sz="1550" dirty="0">
              <a:latin typeface="Times New Roman" panose="02020603050405020304" pitchFamily="18" charset="0"/>
              <a:cs typeface="Times New Roman" panose="02020603050405020304" pitchFamily="18" charset="0"/>
            </a:endParaRPr>
          </a:p>
          <a:p>
            <a:pPr marL="285750" indent="-285750" algn="l" rtl="0">
              <a:spcBef>
                <a:spcPts val="1400"/>
              </a:spcBef>
              <a:spcAft>
                <a:spcPts val="0"/>
              </a:spcAft>
              <a:buClr>
                <a:srgbClr val="8064A2"/>
              </a:buClr>
              <a:buSzPct val="120000"/>
              <a:buFont typeface="Segoe UI Symbol"/>
              <a:buChar char="✓"/>
            </a:pPr>
            <a:r>
              <a:rPr lang="en-IN" sz="1550" b="1" i="0" dirty="0">
                <a:solidFill>
                  <a:srgbClr val="1F6A80"/>
                </a:solidFill>
                <a:latin typeface="Times New Roman" panose="02020603050405020304" pitchFamily="18" charset="0"/>
                <a:cs typeface="Times New Roman" panose="02020603050405020304" pitchFamily="18" charset="0"/>
              </a:rPr>
              <a:t>Empty or invalid input fields</a:t>
            </a:r>
            <a:endParaRPr lang="en-IN" sz="15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What I Added in the Code</a:t>
            </a:r>
            <a:endParaRPr lang="en-IN" sz="2800" i="1" dirty="0">
              <a:latin typeface="Times New Roman" panose="02020603050405020304" pitchFamily="18" charset="0"/>
              <a:cs typeface="Times New Roman" panose="02020603050405020304" pitchFamily="18" charset="0"/>
            </a:endParaRPr>
          </a:p>
        </p:txBody>
      </p:sp>
      <p:sp>
        <p:nvSpPr>
          <p:cNvPr id="3" name="Group card 3"/>
          <p:cNvSpPr/>
          <p:nvPr/>
        </p:nvSpPr>
        <p:spPr>
          <a:xfrm>
            <a:off x="566928" y="1051560"/>
            <a:ext cx="3895344" cy="2130552"/>
          </a:xfrm>
          <a:prstGeom prst="roundRect">
            <a:avLst>
              <a:gd name="adj" fmla="val 5000"/>
            </a:avLst>
          </a:prstGeom>
          <a:solidFill>
            <a:srgbClr val="E7E1F0"/>
          </a:solidFill>
          <a:ln w="12700">
            <a:solidFill>
              <a:srgbClr val="D3C9E3"/>
            </a:solidFill>
          </a:ln>
        </p:spPr>
      </p:sp>
      <p:sp>
        <p:nvSpPr>
          <p:cNvPr id="4" name="Icon circle 4"/>
          <p:cNvSpPr/>
          <p:nvPr/>
        </p:nvSpPr>
        <p:spPr>
          <a:xfrm>
            <a:off x="740664" y="1225296"/>
            <a:ext cx="566928" cy="566928"/>
          </a:xfrm>
          <a:prstGeom prst="ellipse">
            <a:avLst/>
          </a:prstGeom>
          <a:solidFill>
            <a:srgbClr val="8064A2"/>
          </a:solidFill>
          <a:ln>
            <a:noFill/>
          </a:ln>
        </p:spPr>
      </p:sp>
      <p:pic>
        <p:nvPicPr>
          <p:cNvPr id="5" name="Icon 5" descr="Validation &amp; Cleaning icon"/>
          <p:cNvPicPr>
            <a:picLocks noChangeAspect="1"/>
          </p:cNvPicPr>
          <p:nvPr/>
        </p:nvPicPr>
        <p:blipFill>
          <a:blip r:embed="rId2"/>
          <a:stretch>
            <a:fillRect/>
          </a:stretch>
        </p:blipFill>
        <p:spPr>
          <a:xfrm>
            <a:off x="888065" y="1372697"/>
            <a:ext cx="272125" cy="272125"/>
          </a:xfrm>
          <a:prstGeom prst="rect">
            <a:avLst/>
          </a:prstGeom>
        </p:spPr>
      </p:pic>
      <p:sp>
        <p:nvSpPr>
          <p:cNvPr id="6" name="Group heading 6"/>
          <p:cNvSpPr txBox="1"/>
          <p:nvPr/>
        </p:nvSpPr>
        <p:spPr>
          <a:xfrm>
            <a:off x="1389888" y="1207008"/>
            <a:ext cx="2935224" cy="566928"/>
          </a:xfrm>
          <a:prstGeom prst="rect">
            <a:avLst/>
          </a:prstGeom>
          <a:noFill/>
          <a:ln>
            <a:noFill/>
          </a:ln>
        </p:spPr>
        <p:txBody>
          <a:bodyPr wrap="square" lIns="18288" tIns="0" rIns="45720" bIns="0" rtlCol="0" anchor="ctr">
            <a:noAutofit/>
          </a:bodyPr>
          <a:lstStyle/>
          <a:p>
            <a:pPr marL="0" indent="0" algn="l" rtl="0">
              <a:spcBef>
                <a:spcPts val="0"/>
              </a:spcBef>
              <a:spcAft>
                <a:spcPts val="0"/>
              </a:spcAft>
              <a:buNone/>
            </a:pPr>
            <a:r>
              <a:rPr lang="en-IN" sz="1700" b="1" i="0" dirty="0">
                <a:solidFill>
                  <a:srgbClr val="5E4685"/>
                </a:solidFill>
                <a:latin typeface="Times New Roman" panose="02020603050405020304" pitchFamily="18" charset="0"/>
                <a:cs typeface="Times New Roman" panose="02020603050405020304" pitchFamily="18" charset="0"/>
              </a:rPr>
              <a:t>Validation &amp; Cleaning</a:t>
            </a:r>
            <a:endParaRPr lang="en-IN" sz="1700" dirty="0">
              <a:latin typeface="Times New Roman" panose="02020603050405020304" pitchFamily="18" charset="0"/>
              <a:cs typeface="Times New Roman" panose="02020603050405020304" pitchFamily="18" charset="0"/>
            </a:endParaRPr>
          </a:p>
        </p:txBody>
      </p:sp>
      <p:sp>
        <p:nvSpPr>
          <p:cNvPr id="7" name="Group items 7"/>
          <p:cNvSpPr txBox="1"/>
          <p:nvPr/>
        </p:nvSpPr>
        <p:spPr>
          <a:xfrm>
            <a:off x="804672" y="1892808"/>
            <a:ext cx="3438144" cy="1216152"/>
          </a:xfrm>
          <a:prstGeom prst="rect">
            <a:avLst/>
          </a:prstGeom>
          <a:noFill/>
          <a:ln>
            <a:noFill/>
          </a:ln>
        </p:spPr>
        <p:txBody>
          <a:bodyPr wrap="square" lIns="91440" tIns="45720" rIns="91440" bIns="45720" rtlCol="0" anchor="t">
            <a:noAutofit/>
          </a:bodyPr>
          <a:lstStyle/>
          <a:p>
            <a:pPr marL="228600" indent="-228600" algn="l" rtl="0">
              <a:spcBef>
                <a:spcPts val="400"/>
              </a:spcBef>
              <a:spcAft>
                <a:spcPts val="0"/>
              </a:spcAft>
              <a:buClr>
                <a:srgbClr val="000000"/>
              </a:buClr>
              <a:buSzPct val="100000"/>
              <a:buFont typeface="Arial"/>
              <a:buChar char="•"/>
            </a:pPr>
            <a:r>
              <a:rPr lang="en-IN" sz="1300" b="0" i="0" dirty="0">
                <a:solidFill>
                  <a:srgbClr val="1A1A1A"/>
                </a:solidFill>
                <a:latin typeface="Courier New" panose="02070309020205020404" pitchFamily="49" charset="0"/>
                <a:cs typeface="Courier New" panose="02070309020205020404" pitchFamily="49" charset="0"/>
              </a:rPr>
              <a:t>clean_text()</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300" b="0" i="0" dirty="0">
                <a:solidFill>
                  <a:srgbClr val="1A1A1A"/>
                </a:solidFill>
                <a:latin typeface="Courier New" panose="02070309020205020404" pitchFamily="49" charset="0"/>
                <a:cs typeface="Courier New" panose="02070309020205020404" pitchFamily="49" charset="0"/>
              </a:rPr>
              <a:t>format_amount()</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300" b="0" i="0" dirty="0">
                <a:solidFill>
                  <a:srgbClr val="1A1A1A"/>
                </a:solidFill>
                <a:latin typeface="Courier New" panose="02070309020205020404" pitchFamily="49" charset="0"/>
                <a:cs typeface="Courier New" panose="02070309020205020404" pitchFamily="49" charset="0"/>
              </a:rPr>
              <a:t>parse_date()</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300" b="0" i="0" dirty="0">
                <a:solidFill>
                  <a:srgbClr val="1A1A1A"/>
                </a:solidFill>
                <a:latin typeface="Courier New" panose="02070309020205020404" pitchFamily="49" charset="0"/>
                <a:cs typeface="Courier New" panose="02070309020205020404" pitchFamily="49" charset="0"/>
              </a:rPr>
              <a:t>normalize_transaction_type()</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300" b="0" i="0" dirty="0">
                <a:solidFill>
                  <a:srgbClr val="1A1A1A"/>
                </a:solidFill>
                <a:latin typeface="Courier New" panose="02070309020205020404" pitchFamily="49" charset="0"/>
                <a:cs typeface="Courier New" panose="02070309020205020404" pitchFamily="49" charset="0"/>
              </a:rPr>
              <a:t>normalize_transaction_row()</a:t>
            </a:r>
            <a:endParaRPr lang="en-IN" sz="1300" dirty="0">
              <a:latin typeface="Times New Roman" panose="02020603050405020304" pitchFamily="18" charset="0"/>
              <a:cs typeface="Times New Roman" panose="02020603050405020304" pitchFamily="18" charset="0"/>
            </a:endParaRPr>
          </a:p>
        </p:txBody>
      </p:sp>
      <p:sp>
        <p:nvSpPr>
          <p:cNvPr id="8" name="Group card 8"/>
          <p:cNvSpPr/>
          <p:nvPr/>
        </p:nvSpPr>
        <p:spPr>
          <a:xfrm>
            <a:off x="4681728" y="1051560"/>
            <a:ext cx="3895344" cy="2130552"/>
          </a:xfrm>
          <a:prstGeom prst="roundRect">
            <a:avLst>
              <a:gd name="adj" fmla="val 5000"/>
            </a:avLst>
          </a:prstGeom>
          <a:solidFill>
            <a:srgbClr val="E1EAF5"/>
          </a:solidFill>
          <a:ln w="12700">
            <a:solidFill>
              <a:srgbClr val="C7D8EC"/>
            </a:solidFill>
          </a:ln>
        </p:spPr>
      </p:sp>
      <p:sp>
        <p:nvSpPr>
          <p:cNvPr id="9" name="Icon circle 9"/>
          <p:cNvSpPr/>
          <p:nvPr/>
        </p:nvSpPr>
        <p:spPr>
          <a:xfrm>
            <a:off x="4855464" y="1225296"/>
            <a:ext cx="566928" cy="566928"/>
          </a:xfrm>
          <a:prstGeom prst="ellipse">
            <a:avLst/>
          </a:prstGeom>
          <a:solidFill>
            <a:srgbClr val="4F81BD"/>
          </a:solidFill>
          <a:ln>
            <a:noFill/>
          </a:ln>
        </p:spPr>
      </p:sp>
      <p:pic>
        <p:nvPicPr>
          <p:cNvPr id="10" name="Icon 10" descr="File Handling &amp; Repair icon"/>
          <p:cNvPicPr>
            <a:picLocks noChangeAspect="1"/>
          </p:cNvPicPr>
          <p:nvPr/>
        </p:nvPicPr>
        <p:blipFill>
          <a:blip r:embed="rId3"/>
          <a:stretch>
            <a:fillRect/>
          </a:stretch>
        </p:blipFill>
        <p:spPr>
          <a:xfrm>
            <a:off x="5002865" y="1372697"/>
            <a:ext cx="272125" cy="272125"/>
          </a:xfrm>
          <a:prstGeom prst="rect">
            <a:avLst/>
          </a:prstGeom>
        </p:spPr>
      </p:pic>
      <p:sp>
        <p:nvSpPr>
          <p:cNvPr id="11" name="Group heading 11"/>
          <p:cNvSpPr txBox="1"/>
          <p:nvPr/>
        </p:nvSpPr>
        <p:spPr>
          <a:xfrm>
            <a:off x="5504688" y="1207008"/>
            <a:ext cx="2935224" cy="566928"/>
          </a:xfrm>
          <a:prstGeom prst="rect">
            <a:avLst/>
          </a:prstGeom>
          <a:noFill/>
          <a:ln>
            <a:noFill/>
          </a:ln>
        </p:spPr>
        <p:txBody>
          <a:bodyPr wrap="square" lIns="18288" tIns="0" rIns="45720" bIns="0" rtlCol="0" anchor="ctr">
            <a:noAutofit/>
          </a:bodyPr>
          <a:lstStyle/>
          <a:p>
            <a:pPr marL="0" indent="0" algn="l" rtl="0">
              <a:spcBef>
                <a:spcPts val="0"/>
              </a:spcBef>
              <a:spcAft>
                <a:spcPts val="0"/>
              </a:spcAft>
              <a:buNone/>
            </a:pPr>
            <a:r>
              <a:rPr lang="en-IN" sz="1700" b="1" i="0" dirty="0">
                <a:solidFill>
                  <a:srgbClr val="2F5D96"/>
                </a:solidFill>
                <a:latin typeface="Times New Roman" panose="02020603050405020304" pitchFamily="18" charset="0"/>
                <a:cs typeface="Times New Roman" panose="02020603050405020304" pitchFamily="18" charset="0"/>
              </a:rPr>
              <a:t>File Handling &amp; Repair</a:t>
            </a:r>
            <a:endParaRPr lang="en-IN" sz="1700" dirty="0">
              <a:latin typeface="Times New Roman" panose="02020603050405020304" pitchFamily="18" charset="0"/>
              <a:cs typeface="Times New Roman" panose="02020603050405020304" pitchFamily="18" charset="0"/>
            </a:endParaRPr>
          </a:p>
        </p:txBody>
      </p:sp>
      <p:sp>
        <p:nvSpPr>
          <p:cNvPr id="12" name="Group items 12"/>
          <p:cNvSpPr txBox="1"/>
          <p:nvPr/>
        </p:nvSpPr>
        <p:spPr>
          <a:xfrm>
            <a:off x="4919472" y="1892808"/>
            <a:ext cx="3438144" cy="1216152"/>
          </a:xfrm>
          <a:prstGeom prst="rect">
            <a:avLst/>
          </a:prstGeom>
          <a:noFill/>
          <a:ln>
            <a:noFill/>
          </a:ln>
        </p:spPr>
        <p:txBody>
          <a:bodyPr wrap="square" lIns="91440" tIns="45720" rIns="91440" bIns="45720" rtlCol="0" anchor="t">
            <a:noAutofit/>
          </a:bodyPr>
          <a:lstStyle/>
          <a:p>
            <a:pPr marL="228600" indent="-228600" algn="l" rtl="0">
              <a:spcBef>
                <a:spcPts val="400"/>
              </a:spcBef>
              <a:spcAft>
                <a:spcPts val="0"/>
              </a:spcAft>
              <a:buClr>
                <a:srgbClr val="000000"/>
              </a:buClr>
              <a:buSzPct val="100000"/>
              <a:buFont typeface="Arial"/>
              <a:buChar char="•"/>
            </a:pPr>
            <a:r>
              <a:rPr lang="en-IN" sz="1300" b="0" i="0" dirty="0">
                <a:solidFill>
                  <a:srgbClr val="1A1A1A"/>
                </a:solidFill>
                <a:latin typeface="Courier New" panose="02070309020205020404" pitchFamily="49" charset="0"/>
                <a:cs typeface="Courier New" panose="02070309020205020404" pitchFamily="49" charset="0"/>
              </a:rPr>
              <a:t>initialize_file()</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300" b="0" i="0" dirty="0">
                <a:solidFill>
                  <a:srgbClr val="1A1A1A"/>
                </a:solidFill>
                <a:latin typeface="Courier New" panose="02070309020205020404" pitchFamily="49" charset="0"/>
                <a:cs typeface="Courier New" panose="02070309020205020404" pitchFamily="49" charset="0"/>
              </a:rPr>
              <a:t>repair_file()</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300" b="0" i="0" dirty="0">
                <a:solidFill>
                  <a:srgbClr val="1A1A1A"/>
                </a:solidFill>
                <a:latin typeface="Courier New" panose="02070309020205020404" pitchFamily="49" charset="0"/>
                <a:cs typeface="Courier New" panose="02070309020205020404" pitchFamily="49" charset="0"/>
              </a:rPr>
              <a:t>read_transactions()</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300" b="0" i="0" dirty="0">
                <a:solidFill>
                  <a:srgbClr val="1A1A1A"/>
                </a:solidFill>
                <a:latin typeface="Courier New" panose="02070309020205020404" pitchFamily="49" charset="0"/>
                <a:cs typeface="Courier New" panose="02070309020205020404" pitchFamily="49" charset="0"/>
              </a:rPr>
              <a:t>write_transactions()</a:t>
            </a:r>
            <a:endParaRPr lang="en-IN" sz="1300" dirty="0">
              <a:latin typeface="Times New Roman" panose="02020603050405020304" pitchFamily="18" charset="0"/>
              <a:cs typeface="Times New Roman" panose="02020603050405020304" pitchFamily="18" charset="0"/>
            </a:endParaRPr>
          </a:p>
        </p:txBody>
      </p:sp>
      <p:sp>
        <p:nvSpPr>
          <p:cNvPr id="13" name="Group card 13"/>
          <p:cNvSpPr/>
          <p:nvPr/>
        </p:nvSpPr>
        <p:spPr>
          <a:xfrm>
            <a:off x="566928" y="3364992"/>
            <a:ext cx="3895344" cy="2130552"/>
          </a:xfrm>
          <a:prstGeom prst="roundRect">
            <a:avLst>
              <a:gd name="adj" fmla="val 5000"/>
            </a:avLst>
          </a:prstGeom>
          <a:solidFill>
            <a:srgbClr val="DDEFF3"/>
          </a:solidFill>
          <a:ln w="12700">
            <a:solidFill>
              <a:srgbClr val="BFDDE6"/>
            </a:solidFill>
          </a:ln>
        </p:spPr>
      </p:sp>
      <p:sp>
        <p:nvSpPr>
          <p:cNvPr id="14" name="Icon circle 14"/>
          <p:cNvSpPr/>
          <p:nvPr/>
        </p:nvSpPr>
        <p:spPr>
          <a:xfrm>
            <a:off x="740664" y="3538728"/>
            <a:ext cx="566928" cy="566928"/>
          </a:xfrm>
          <a:prstGeom prst="ellipse">
            <a:avLst/>
          </a:prstGeom>
          <a:solidFill>
            <a:srgbClr val="31859C"/>
          </a:solidFill>
          <a:ln>
            <a:noFill/>
          </a:ln>
        </p:spPr>
      </p:sp>
      <p:pic>
        <p:nvPicPr>
          <p:cNvPr id="15" name="Icon 15" descr="Interactive Features icon"/>
          <p:cNvPicPr>
            <a:picLocks noChangeAspect="1"/>
          </p:cNvPicPr>
          <p:nvPr/>
        </p:nvPicPr>
        <p:blipFill>
          <a:blip r:embed="rId4"/>
          <a:stretch>
            <a:fillRect/>
          </a:stretch>
        </p:blipFill>
        <p:spPr>
          <a:xfrm>
            <a:off x="888065" y="3686129"/>
            <a:ext cx="272125" cy="272125"/>
          </a:xfrm>
          <a:prstGeom prst="rect">
            <a:avLst/>
          </a:prstGeom>
        </p:spPr>
      </p:pic>
      <p:sp>
        <p:nvSpPr>
          <p:cNvPr id="16" name="Group heading 16"/>
          <p:cNvSpPr txBox="1"/>
          <p:nvPr/>
        </p:nvSpPr>
        <p:spPr>
          <a:xfrm>
            <a:off x="1389888" y="3520440"/>
            <a:ext cx="2935224" cy="566928"/>
          </a:xfrm>
          <a:prstGeom prst="rect">
            <a:avLst/>
          </a:prstGeom>
          <a:noFill/>
          <a:ln>
            <a:noFill/>
          </a:ln>
        </p:spPr>
        <p:txBody>
          <a:bodyPr wrap="square" lIns="18288" tIns="0" rIns="45720" bIns="0" rtlCol="0" anchor="ctr">
            <a:noAutofit/>
          </a:bodyPr>
          <a:lstStyle/>
          <a:p>
            <a:pPr marL="0" indent="0" algn="l" rtl="0">
              <a:spcBef>
                <a:spcPts val="0"/>
              </a:spcBef>
              <a:spcAft>
                <a:spcPts val="0"/>
              </a:spcAft>
              <a:buNone/>
            </a:pPr>
            <a:r>
              <a:rPr lang="en-IN" sz="1700" b="1" i="0" dirty="0">
                <a:solidFill>
                  <a:srgbClr val="1F6A80"/>
                </a:solidFill>
                <a:latin typeface="Times New Roman" panose="02020603050405020304" pitchFamily="18" charset="0"/>
                <a:cs typeface="Times New Roman" panose="02020603050405020304" pitchFamily="18" charset="0"/>
              </a:rPr>
              <a:t>Interactive Features</a:t>
            </a:r>
            <a:endParaRPr lang="en-IN" sz="1700" dirty="0">
              <a:latin typeface="Times New Roman" panose="02020603050405020304" pitchFamily="18" charset="0"/>
              <a:cs typeface="Times New Roman" panose="02020603050405020304" pitchFamily="18" charset="0"/>
            </a:endParaRPr>
          </a:p>
        </p:txBody>
      </p:sp>
      <p:sp>
        <p:nvSpPr>
          <p:cNvPr id="17" name="Group items 17"/>
          <p:cNvSpPr txBox="1"/>
          <p:nvPr/>
        </p:nvSpPr>
        <p:spPr>
          <a:xfrm>
            <a:off x="804672" y="4206240"/>
            <a:ext cx="3438144" cy="1216152"/>
          </a:xfrm>
          <a:prstGeom prst="rect">
            <a:avLst/>
          </a:prstGeom>
          <a:noFill/>
          <a:ln>
            <a:noFill/>
          </a:ln>
        </p:spPr>
        <p:txBody>
          <a:bodyPr wrap="square" lIns="91440" tIns="45720" rIns="91440" bIns="45720" rtlCol="0" anchor="t">
            <a:noAutofit/>
          </a:bodyPr>
          <a:lstStyle/>
          <a:p>
            <a:pPr marL="228600" indent="-228600" algn="l" rtl="0">
              <a:spcBef>
                <a:spcPts val="400"/>
              </a:spcBef>
              <a:spcAft>
                <a:spcPts val="0"/>
              </a:spcAft>
              <a:buClr>
                <a:srgbClr val="000000"/>
              </a:buClr>
              <a:buSzPct val="100000"/>
              <a:buFont typeface="Arial"/>
              <a:buChar char="•"/>
            </a:pPr>
            <a:r>
              <a:rPr lang="en-IN" sz="1400" b="0" i="0" dirty="0">
                <a:solidFill>
                  <a:srgbClr val="1A1A1A"/>
                </a:solidFill>
                <a:latin typeface="Times New Roman" panose="02020603050405020304" pitchFamily="18" charset="0"/>
                <a:cs typeface="Times New Roman" panose="02020603050405020304" pitchFamily="18" charset="0"/>
              </a:rPr>
              <a:t>Add Transaction</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400" b="0" i="0" dirty="0">
                <a:solidFill>
                  <a:srgbClr val="1A1A1A"/>
                </a:solidFill>
                <a:latin typeface="Times New Roman" panose="02020603050405020304" pitchFamily="18" charset="0"/>
                <a:cs typeface="Times New Roman" panose="02020603050405020304" pitchFamily="18" charset="0"/>
              </a:rPr>
              <a:t>View Transactions</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400" b="0" i="0" dirty="0">
                <a:solidFill>
                  <a:srgbClr val="1A1A1A"/>
                </a:solidFill>
                <a:latin typeface="Times New Roman" panose="02020603050405020304" pitchFamily="18" charset="0"/>
                <a:cs typeface="Times New Roman" panose="02020603050405020304" pitchFamily="18" charset="0"/>
              </a:rPr>
              <a:t>Update Transaction</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400" b="0" i="0" dirty="0">
                <a:solidFill>
                  <a:srgbClr val="1A1A1A"/>
                </a:solidFill>
                <a:latin typeface="Times New Roman" panose="02020603050405020304" pitchFamily="18" charset="0"/>
                <a:cs typeface="Times New Roman" panose="02020603050405020304" pitchFamily="18" charset="0"/>
              </a:rPr>
              <a:t>Delete Transaction</a:t>
            </a:r>
            <a:endParaRPr lang="en-IN" sz="1300" dirty="0">
              <a:latin typeface="Times New Roman" panose="02020603050405020304" pitchFamily="18" charset="0"/>
              <a:cs typeface="Times New Roman" panose="02020603050405020304" pitchFamily="18" charset="0"/>
            </a:endParaRPr>
          </a:p>
        </p:txBody>
      </p:sp>
      <p:sp>
        <p:nvSpPr>
          <p:cNvPr id="18" name="Group card 18"/>
          <p:cNvSpPr/>
          <p:nvPr/>
        </p:nvSpPr>
        <p:spPr>
          <a:xfrm>
            <a:off x="4681728" y="3364992"/>
            <a:ext cx="3895344" cy="2130552"/>
          </a:xfrm>
          <a:prstGeom prst="roundRect">
            <a:avLst>
              <a:gd name="adj" fmla="val 5000"/>
            </a:avLst>
          </a:prstGeom>
          <a:solidFill>
            <a:srgbClr val="E7E1F0"/>
          </a:solidFill>
          <a:ln w="12700">
            <a:solidFill>
              <a:srgbClr val="D3C9E3"/>
            </a:solidFill>
          </a:ln>
        </p:spPr>
      </p:sp>
      <p:sp>
        <p:nvSpPr>
          <p:cNvPr id="19" name="Icon circle 19"/>
          <p:cNvSpPr/>
          <p:nvPr/>
        </p:nvSpPr>
        <p:spPr>
          <a:xfrm>
            <a:off x="4855464" y="3538728"/>
            <a:ext cx="566928" cy="566928"/>
          </a:xfrm>
          <a:prstGeom prst="ellipse">
            <a:avLst/>
          </a:prstGeom>
          <a:solidFill>
            <a:srgbClr val="8064A2"/>
          </a:solidFill>
          <a:ln>
            <a:noFill/>
          </a:ln>
        </p:spPr>
      </p:sp>
      <p:pic>
        <p:nvPicPr>
          <p:cNvPr id="20" name="Icon 20" descr="Financial Analysis icon"/>
          <p:cNvPicPr>
            <a:picLocks noChangeAspect="1"/>
          </p:cNvPicPr>
          <p:nvPr/>
        </p:nvPicPr>
        <p:blipFill>
          <a:blip r:embed="rId5"/>
          <a:stretch>
            <a:fillRect/>
          </a:stretch>
        </p:blipFill>
        <p:spPr>
          <a:xfrm>
            <a:off x="5002865" y="3686129"/>
            <a:ext cx="272125" cy="272125"/>
          </a:xfrm>
          <a:prstGeom prst="rect">
            <a:avLst/>
          </a:prstGeom>
        </p:spPr>
      </p:pic>
      <p:sp>
        <p:nvSpPr>
          <p:cNvPr id="21" name="Group heading 21"/>
          <p:cNvSpPr txBox="1"/>
          <p:nvPr/>
        </p:nvSpPr>
        <p:spPr>
          <a:xfrm>
            <a:off x="5504688" y="3520440"/>
            <a:ext cx="2935224" cy="566928"/>
          </a:xfrm>
          <a:prstGeom prst="rect">
            <a:avLst/>
          </a:prstGeom>
          <a:noFill/>
          <a:ln>
            <a:noFill/>
          </a:ln>
        </p:spPr>
        <p:txBody>
          <a:bodyPr wrap="square" lIns="18288" tIns="0" rIns="45720" bIns="0" rtlCol="0" anchor="ctr">
            <a:noAutofit/>
          </a:bodyPr>
          <a:lstStyle/>
          <a:p>
            <a:pPr marL="0" indent="0" algn="l" rtl="0">
              <a:spcBef>
                <a:spcPts val="0"/>
              </a:spcBef>
              <a:spcAft>
                <a:spcPts val="0"/>
              </a:spcAft>
              <a:buNone/>
            </a:pPr>
            <a:r>
              <a:rPr lang="en-IN" sz="1700" b="1" i="0" dirty="0">
                <a:solidFill>
                  <a:srgbClr val="5E4685"/>
                </a:solidFill>
                <a:latin typeface="Times New Roman" panose="02020603050405020304" pitchFamily="18" charset="0"/>
                <a:cs typeface="Times New Roman" panose="02020603050405020304" pitchFamily="18" charset="0"/>
              </a:rPr>
              <a:t>Financial Analysis</a:t>
            </a:r>
            <a:endParaRPr lang="en-IN" sz="1700" dirty="0">
              <a:latin typeface="Times New Roman" panose="02020603050405020304" pitchFamily="18" charset="0"/>
              <a:cs typeface="Times New Roman" panose="02020603050405020304" pitchFamily="18" charset="0"/>
            </a:endParaRPr>
          </a:p>
        </p:txBody>
      </p:sp>
      <p:sp>
        <p:nvSpPr>
          <p:cNvPr id="22" name="Group items 22"/>
          <p:cNvSpPr txBox="1"/>
          <p:nvPr/>
        </p:nvSpPr>
        <p:spPr>
          <a:xfrm>
            <a:off x="4919472" y="4206240"/>
            <a:ext cx="3438144" cy="1216152"/>
          </a:xfrm>
          <a:prstGeom prst="rect">
            <a:avLst/>
          </a:prstGeom>
          <a:noFill/>
          <a:ln>
            <a:noFill/>
          </a:ln>
        </p:spPr>
        <p:txBody>
          <a:bodyPr wrap="square" lIns="91440" tIns="45720" rIns="91440" bIns="45720" rtlCol="0" anchor="t">
            <a:noAutofit/>
          </a:bodyPr>
          <a:lstStyle/>
          <a:p>
            <a:pPr marL="228600" indent="-228600" algn="l" rtl="0">
              <a:spcBef>
                <a:spcPts val="400"/>
              </a:spcBef>
              <a:spcAft>
                <a:spcPts val="0"/>
              </a:spcAft>
              <a:buClr>
                <a:srgbClr val="000000"/>
              </a:buClr>
              <a:buSzPct val="100000"/>
              <a:buFont typeface="Arial"/>
              <a:buChar char="•"/>
            </a:pPr>
            <a:r>
              <a:rPr lang="en-IN" sz="1400" b="0" i="0" dirty="0">
                <a:solidFill>
                  <a:srgbClr val="1A1A1A"/>
                </a:solidFill>
                <a:latin typeface="Times New Roman" panose="02020603050405020304" pitchFamily="18" charset="0"/>
                <a:cs typeface="Times New Roman" panose="02020603050405020304" pitchFamily="18" charset="0"/>
              </a:rPr>
              <a:t>View Summary</a:t>
            </a:r>
            <a:endParaRPr lang="en-IN" sz="1300" dirty="0">
              <a:latin typeface="Times New Roman" panose="02020603050405020304" pitchFamily="18" charset="0"/>
              <a:cs typeface="Times New Roman" panose="02020603050405020304" pitchFamily="18" charset="0"/>
            </a:endParaRPr>
          </a:p>
          <a:p>
            <a:pPr marL="228600" indent="-228600" algn="l" rtl="0">
              <a:spcBef>
                <a:spcPts val="400"/>
              </a:spcBef>
              <a:spcAft>
                <a:spcPts val="0"/>
              </a:spcAft>
              <a:buClr>
                <a:srgbClr val="000000"/>
              </a:buClr>
              <a:buSzPct val="100000"/>
              <a:buFont typeface="Arial"/>
              <a:buChar char="•"/>
            </a:pPr>
            <a:r>
              <a:rPr lang="en-IN" sz="1400" b="0" i="0" dirty="0">
                <a:solidFill>
                  <a:srgbClr val="1A1A1A"/>
                </a:solidFill>
                <a:latin typeface="Times New Roman" panose="02020603050405020304" pitchFamily="18" charset="0"/>
                <a:cs typeface="Times New Roman" panose="02020603050405020304" pitchFamily="18" charset="0"/>
              </a:rPr>
              <a:t>Generate Report</a:t>
            </a:r>
            <a:endParaRPr lang="en-IN"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Final Result and Benefits</a:t>
            </a:r>
            <a:endParaRPr lang="en-IN" sz="2800" i="1" dirty="0">
              <a:latin typeface="Times New Roman" panose="02020603050405020304" pitchFamily="18" charset="0"/>
              <a:cs typeface="Times New Roman" panose="02020603050405020304" pitchFamily="18" charset="0"/>
            </a:endParaRPr>
          </a:p>
        </p:txBody>
      </p:sp>
      <p:sp>
        <p:nvSpPr>
          <p:cNvPr id="3" name="Benefit pill 3"/>
          <p:cNvSpPr/>
          <p:nvPr/>
        </p:nvSpPr>
        <p:spPr>
          <a:xfrm>
            <a:off x="566928" y="1078992"/>
            <a:ext cx="8010144" cy="786384"/>
          </a:xfrm>
          <a:prstGeom prst="roundRect">
            <a:avLst>
              <a:gd name="adj" fmla="val 10000"/>
            </a:avLst>
          </a:prstGeom>
          <a:solidFill>
            <a:srgbClr val="8064A2"/>
          </a:solidFill>
          <a:ln>
            <a:noFill/>
          </a:ln>
        </p:spPr>
      </p:sp>
      <p:sp>
        <p:nvSpPr>
          <p:cNvPr id="4" name="Icon circle 4"/>
          <p:cNvSpPr/>
          <p:nvPr/>
        </p:nvSpPr>
        <p:spPr>
          <a:xfrm>
            <a:off x="841248" y="1216152"/>
            <a:ext cx="512064" cy="512064"/>
          </a:xfrm>
          <a:prstGeom prst="ellipse">
            <a:avLst/>
          </a:prstGeom>
          <a:solidFill>
            <a:srgbClr val="FFFFFF"/>
          </a:solidFill>
          <a:ln>
            <a:noFill/>
          </a:ln>
        </p:spPr>
      </p:sp>
      <p:pic>
        <p:nvPicPr>
          <p:cNvPr id="5" name="Icon 5" descr="Clean, consistent data icon"/>
          <p:cNvPicPr>
            <a:picLocks noChangeAspect="1"/>
          </p:cNvPicPr>
          <p:nvPr/>
        </p:nvPicPr>
        <p:blipFill>
          <a:blip r:embed="rId2"/>
          <a:stretch>
            <a:fillRect/>
          </a:stretch>
        </p:blipFill>
        <p:spPr>
          <a:xfrm>
            <a:off x="969264" y="1344168"/>
            <a:ext cx="256032" cy="256032"/>
          </a:xfrm>
          <a:prstGeom prst="rect">
            <a:avLst/>
          </a:prstGeom>
        </p:spPr>
      </p:pic>
      <p:sp>
        <p:nvSpPr>
          <p:cNvPr id="6" name="Benefit text 6"/>
          <p:cNvSpPr txBox="1"/>
          <p:nvPr/>
        </p:nvSpPr>
        <p:spPr>
          <a:xfrm>
            <a:off x="1527048" y="1078992"/>
            <a:ext cx="6867144" cy="786384"/>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600" b="1" i="0" dirty="0">
                <a:solidFill>
                  <a:srgbClr val="FFFFFF"/>
                </a:solidFill>
                <a:latin typeface="Times New Roman" panose="02020603050405020304" pitchFamily="18" charset="0"/>
                <a:cs typeface="Times New Roman" panose="02020603050405020304" pitchFamily="18" charset="0"/>
              </a:rPr>
              <a:t>Clean, consistent data</a:t>
            </a:r>
            <a:endParaRPr lang="en-IN" sz="16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250" b="0" i="0" dirty="0">
                <a:solidFill>
                  <a:srgbClr val="FFFFFF"/>
                </a:solidFill>
                <a:latin typeface="Times New Roman" panose="02020603050405020304" pitchFamily="18" charset="0"/>
                <a:cs typeface="Times New Roman" panose="02020603050405020304" pitchFamily="18" charset="0"/>
              </a:rPr>
              <a:t>The application now stores clean and consistent transaction data.</a:t>
            </a:r>
            <a:endParaRPr lang="en-IN" sz="1250" dirty="0">
              <a:latin typeface="Times New Roman" panose="02020603050405020304" pitchFamily="18" charset="0"/>
              <a:cs typeface="Times New Roman" panose="02020603050405020304" pitchFamily="18" charset="0"/>
            </a:endParaRPr>
          </a:p>
        </p:txBody>
      </p:sp>
      <p:sp>
        <p:nvSpPr>
          <p:cNvPr id="7" name="Benefit pill 7"/>
          <p:cNvSpPr/>
          <p:nvPr/>
        </p:nvSpPr>
        <p:spPr>
          <a:xfrm>
            <a:off x="566928" y="1993392"/>
            <a:ext cx="8010144" cy="786384"/>
          </a:xfrm>
          <a:prstGeom prst="roundRect">
            <a:avLst>
              <a:gd name="adj" fmla="val 10000"/>
            </a:avLst>
          </a:prstGeom>
          <a:solidFill>
            <a:srgbClr val="4F81BD"/>
          </a:solidFill>
          <a:ln>
            <a:noFill/>
          </a:ln>
        </p:spPr>
      </p:sp>
      <p:sp>
        <p:nvSpPr>
          <p:cNvPr id="8" name="Icon circle 8"/>
          <p:cNvSpPr/>
          <p:nvPr/>
        </p:nvSpPr>
        <p:spPr>
          <a:xfrm>
            <a:off x="841248" y="2130552"/>
            <a:ext cx="512064" cy="512064"/>
          </a:xfrm>
          <a:prstGeom prst="ellipse">
            <a:avLst/>
          </a:prstGeom>
          <a:solidFill>
            <a:srgbClr val="FFFFFF"/>
          </a:solidFill>
          <a:ln>
            <a:noFill/>
          </a:ln>
        </p:spPr>
      </p:sp>
      <p:pic>
        <p:nvPicPr>
          <p:cNvPr id="9" name="Icon 9" descr="Accurate management icon"/>
          <p:cNvPicPr>
            <a:picLocks noChangeAspect="1"/>
          </p:cNvPicPr>
          <p:nvPr/>
        </p:nvPicPr>
        <p:blipFill>
          <a:blip r:embed="rId3"/>
          <a:stretch>
            <a:fillRect/>
          </a:stretch>
        </p:blipFill>
        <p:spPr>
          <a:xfrm>
            <a:off x="969264" y="2258568"/>
            <a:ext cx="256032" cy="256032"/>
          </a:xfrm>
          <a:prstGeom prst="rect">
            <a:avLst/>
          </a:prstGeom>
        </p:spPr>
      </p:pic>
      <p:sp>
        <p:nvSpPr>
          <p:cNvPr id="10" name="Benefit text 10"/>
          <p:cNvSpPr txBox="1"/>
          <p:nvPr/>
        </p:nvSpPr>
        <p:spPr>
          <a:xfrm>
            <a:off x="1527048" y="1993392"/>
            <a:ext cx="6867144" cy="786384"/>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600" b="1" i="0" dirty="0">
                <a:solidFill>
                  <a:srgbClr val="FFFFFF"/>
                </a:solidFill>
                <a:latin typeface="Times New Roman" panose="02020603050405020304" pitchFamily="18" charset="0"/>
                <a:cs typeface="Times New Roman" panose="02020603050405020304" pitchFamily="18" charset="0"/>
              </a:rPr>
              <a:t>Accurate management</a:t>
            </a:r>
            <a:endParaRPr lang="en-IN" sz="16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250" b="0" i="0" dirty="0">
                <a:solidFill>
                  <a:srgbClr val="FFFFFF"/>
                </a:solidFill>
                <a:latin typeface="Times New Roman" panose="02020603050405020304" pitchFamily="18" charset="0"/>
                <a:cs typeface="Times New Roman" panose="02020603050405020304" pitchFamily="18" charset="0"/>
              </a:rPr>
              <a:t>Users can manage income and expenses more accurately.</a:t>
            </a:r>
            <a:endParaRPr lang="en-IN" sz="1250" dirty="0">
              <a:latin typeface="Times New Roman" panose="02020603050405020304" pitchFamily="18" charset="0"/>
              <a:cs typeface="Times New Roman" panose="02020603050405020304" pitchFamily="18" charset="0"/>
            </a:endParaRPr>
          </a:p>
        </p:txBody>
      </p:sp>
      <p:sp>
        <p:nvSpPr>
          <p:cNvPr id="11" name="Benefit pill 11"/>
          <p:cNvSpPr/>
          <p:nvPr/>
        </p:nvSpPr>
        <p:spPr>
          <a:xfrm>
            <a:off x="566928" y="2907792"/>
            <a:ext cx="8010144" cy="786384"/>
          </a:xfrm>
          <a:prstGeom prst="roundRect">
            <a:avLst>
              <a:gd name="adj" fmla="val 10000"/>
            </a:avLst>
          </a:prstGeom>
          <a:solidFill>
            <a:srgbClr val="31859C"/>
          </a:solidFill>
          <a:ln>
            <a:noFill/>
          </a:ln>
        </p:spPr>
      </p:sp>
      <p:sp>
        <p:nvSpPr>
          <p:cNvPr id="12" name="Icon circle 12"/>
          <p:cNvSpPr/>
          <p:nvPr/>
        </p:nvSpPr>
        <p:spPr>
          <a:xfrm>
            <a:off x="841248" y="3044952"/>
            <a:ext cx="512064" cy="512064"/>
          </a:xfrm>
          <a:prstGeom prst="ellipse">
            <a:avLst/>
          </a:prstGeom>
          <a:solidFill>
            <a:srgbClr val="FFFFFF"/>
          </a:solidFill>
          <a:ln>
            <a:noFill/>
          </a:ln>
        </p:spPr>
      </p:sp>
      <p:pic>
        <p:nvPicPr>
          <p:cNvPr id="13" name="Icon 13" descr="Instant summary icon"/>
          <p:cNvPicPr>
            <a:picLocks noChangeAspect="1"/>
          </p:cNvPicPr>
          <p:nvPr/>
        </p:nvPicPr>
        <p:blipFill>
          <a:blip r:embed="rId4"/>
          <a:stretch>
            <a:fillRect/>
          </a:stretch>
        </p:blipFill>
        <p:spPr>
          <a:xfrm>
            <a:off x="969264" y="3172968"/>
            <a:ext cx="256032" cy="256032"/>
          </a:xfrm>
          <a:prstGeom prst="rect">
            <a:avLst/>
          </a:prstGeom>
        </p:spPr>
      </p:pic>
      <p:sp>
        <p:nvSpPr>
          <p:cNvPr id="14" name="Benefit text 14"/>
          <p:cNvSpPr txBox="1"/>
          <p:nvPr/>
        </p:nvSpPr>
        <p:spPr>
          <a:xfrm>
            <a:off x="1527048" y="2907792"/>
            <a:ext cx="6867144" cy="786384"/>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600" b="1" i="0" dirty="0">
                <a:solidFill>
                  <a:srgbClr val="FFFFFF"/>
                </a:solidFill>
                <a:latin typeface="Times New Roman" panose="02020603050405020304" pitchFamily="18" charset="0"/>
                <a:cs typeface="Times New Roman" panose="02020603050405020304" pitchFamily="18" charset="0"/>
              </a:rPr>
              <a:t>Instant summary</a:t>
            </a:r>
            <a:endParaRPr lang="en-IN" sz="16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250" b="0" i="0" dirty="0">
                <a:solidFill>
                  <a:srgbClr val="FFFFFF"/>
                </a:solidFill>
                <a:latin typeface="Times New Roman" panose="02020603050405020304" pitchFamily="18" charset="0"/>
                <a:cs typeface="Times New Roman" panose="02020603050405020304" pitchFamily="18" charset="0"/>
              </a:rPr>
              <a:t>Summary feature shows total income, total expense, and balance.</a:t>
            </a:r>
            <a:endParaRPr lang="en-IN" sz="1250" dirty="0">
              <a:latin typeface="Times New Roman" panose="02020603050405020304" pitchFamily="18" charset="0"/>
              <a:cs typeface="Times New Roman" panose="02020603050405020304" pitchFamily="18" charset="0"/>
            </a:endParaRPr>
          </a:p>
        </p:txBody>
      </p:sp>
      <p:sp>
        <p:nvSpPr>
          <p:cNvPr id="15" name="Benefit pill 15"/>
          <p:cNvSpPr/>
          <p:nvPr/>
        </p:nvSpPr>
        <p:spPr>
          <a:xfrm>
            <a:off x="566928" y="3822192"/>
            <a:ext cx="8010144" cy="786384"/>
          </a:xfrm>
          <a:prstGeom prst="roundRect">
            <a:avLst>
              <a:gd name="adj" fmla="val 10000"/>
            </a:avLst>
          </a:prstGeom>
          <a:solidFill>
            <a:srgbClr val="4F81BD"/>
          </a:solidFill>
          <a:ln>
            <a:noFill/>
          </a:ln>
        </p:spPr>
      </p:sp>
      <p:sp>
        <p:nvSpPr>
          <p:cNvPr id="16" name="Icon circle 16"/>
          <p:cNvSpPr/>
          <p:nvPr/>
        </p:nvSpPr>
        <p:spPr>
          <a:xfrm>
            <a:off x="841248" y="3959352"/>
            <a:ext cx="512064" cy="512064"/>
          </a:xfrm>
          <a:prstGeom prst="ellipse">
            <a:avLst/>
          </a:prstGeom>
          <a:solidFill>
            <a:srgbClr val="FFFFFF"/>
          </a:solidFill>
          <a:ln>
            <a:noFill/>
          </a:ln>
        </p:spPr>
      </p:sp>
      <p:pic>
        <p:nvPicPr>
          <p:cNvPr id="17" name="Icon 17" descr="Insightful reports icon"/>
          <p:cNvPicPr>
            <a:picLocks noChangeAspect="1"/>
          </p:cNvPicPr>
          <p:nvPr/>
        </p:nvPicPr>
        <p:blipFill>
          <a:blip r:embed="rId5"/>
          <a:stretch>
            <a:fillRect/>
          </a:stretch>
        </p:blipFill>
        <p:spPr>
          <a:xfrm>
            <a:off x="969264" y="4087368"/>
            <a:ext cx="256032" cy="256032"/>
          </a:xfrm>
          <a:prstGeom prst="rect">
            <a:avLst/>
          </a:prstGeom>
        </p:spPr>
      </p:pic>
      <p:sp>
        <p:nvSpPr>
          <p:cNvPr id="18" name="Benefit text 18"/>
          <p:cNvSpPr txBox="1"/>
          <p:nvPr/>
        </p:nvSpPr>
        <p:spPr>
          <a:xfrm>
            <a:off x="1527048" y="3822192"/>
            <a:ext cx="6867144" cy="786384"/>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600" b="1" i="0" dirty="0">
                <a:solidFill>
                  <a:srgbClr val="FFFFFF"/>
                </a:solidFill>
                <a:latin typeface="Times New Roman" panose="02020603050405020304" pitchFamily="18" charset="0"/>
                <a:cs typeface="Times New Roman" panose="02020603050405020304" pitchFamily="18" charset="0"/>
              </a:rPr>
              <a:t>Insightful reports</a:t>
            </a:r>
            <a:endParaRPr lang="en-IN" sz="16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250" b="0" i="0" dirty="0">
                <a:solidFill>
                  <a:srgbClr val="FFFFFF"/>
                </a:solidFill>
                <a:latin typeface="Times New Roman" panose="02020603050405020304" pitchFamily="18" charset="0"/>
                <a:cs typeface="Times New Roman" panose="02020603050405020304" pitchFamily="18" charset="0"/>
              </a:rPr>
              <a:t>Report generation helps in monthly and category-based financial analysis.</a:t>
            </a:r>
            <a:endParaRPr lang="en-IN" sz="1250" dirty="0">
              <a:latin typeface="Times New Roman" panose="02020603050405020304" pitchFamily="18" charset="0"/>
              <a:cs typeface="Times New Roman" panose="02020603050405020304" pitchFamily="18" charset="0"/>
            </a:endParaRPr>
          </a:p>
        </p:txBody>
      </p:sp>
      <p:sp>
        <p:nvSpPr>
          <p:cNvPr id="19" name="Benefit pill 19"/>
          <p:cNvSpPr/>
          <p:nvPr/>
        </p:nvSpPr>
        <p:spPr>
          <a:xfrm>
            <a:off x="566928" y="4736592"/>
            <a:ext cx="8010144" cy="786384"/>
          </a:xfrm>
          <a:prstGeom prst="roundRect">
            <a:avLst>
              <a:gd name="adj" fmla="val 10000"/>
            </a:avLst>
          </a:prstGeom>
          <a:solidFill>
            <a:srgbClr val="8064A2"/>
          </a:solidFill>
          <a:ln>
            <a:noFill/>
          </a:ln>
        </p:spPr>
      </p:sp>
      <p:sp>
        <p:nvSpPr>
          <p:cNvPr id="20" name="Icon circle 20"/>
          <p:cNvSpPr/>
          <p:nvPr/>
        </p:nvSpPr>
        <p:spPr>
          <a:xfrm>
            <a:off x="841248" y="4873752"/>
            <a:ext cx="512064" cy="512064"/>
          </a:xfrm>
          <a:prstGeom prst="ellipse">
            <a:avLst/>
          </a:prstGeom>
          <a:solidFill>
            <a:srgbClr val="FFFFFF"/>
          </a:solidFill>
          <a:ln>
            <a:noFill/>
          </a:ln>
        </p:spPr>
      </p:sp>
      <p:pic>
        <p:nvPicPr>
          <p:cNvPr id="21" name="Icon 21" descr="Real-world ready icon"/>
          <p:cNvPicPr>
            <a:picLocks noChangeAspect="1"/>
          </p:cNvPicPr>
          <p:nvPr/>
        </p:nvPicPr>
        <p:blipFill>
          <a:blip r:embed="rId6"/>
          <a:stretch>
            <a:fillRect/>
          </a:stretch>
        </p:blipFill>
        <p:spPr>
          <a:xfrm>
            <a:off x="969264" y="5001768"/>
            <a:ext cx="256032" cy="256032"/>
          </a:xfrm>
          <a:prstGeom prst="rect">
            <a:avLst/>
          </a:prstGeom>
        </p:spPr>
      </p:pic>
      <p:sp>
        <p:nvSpPr>
          <p:cNvPr id="22" name="Benefit text 22"/>
          <p:cNvSpPr txBox="1"/>
          <p:nvPr/>
        </p:nvSpPr>
        <p:spPr>
          <a:xfrm>
            <a:off x="1527048" y="4736592"/>
            <a:ext cx="6867144" cy="786384"/>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600" b="1" i="0" dirty="0">
                <a:solidFill>
                  <a:srgbClr val="FFFFFF"/>
                </a:solidFill>
                <a:latin typeface="Times New Roman" panose="02020603050405020304" pitchFamily="18" charset="0"/>
                <a:cs typeface="Times New Roman" panose="02020603050405020304" pitchFamily="18" charset="0"/>
              </a:rPr>
              <a:t>Real-world ready</a:t>
            </a:r>
            <a:endParaRPr lang="en-IN" sz="1600" dirty="0">
              <a:latin typeface="Times New Roman" panose="02020603050405020304" pitchFamily="18" charset="0"/>
              <a:cs typeface="Times New Roman" panose="02020603050405020304" pitchFamily="18" charset="0"/>
            </a:endParaRPr>
          </a:p>
          <a:p>
            <a:pPr marL="0" indent="0" algn="l" rtl="0">
              <a:spcBef>
                <a:spcPts val="200"/>
              </a:spcBef>
              <a:spcAft>
                <a:spcPts val="0"/>
              </a:spcAft>
              <a:buNone/>
            </a:pPr>
            <a:r>
              <a:rPr lang="en-IN" sz="1250" b="0" i="0" dirty="0">
                <a:solidFill>
                  <a:srgbClr val="FFFFFF"/>
                </a:solidFill>
                <a:latin typeface="Times New Roman" panose="02020603050405020304" pitchFamily="18" charset="0"/>
                <a:cs typeface="Times New Roman" panose="02020603050405020304" pitchFamily="18" charset="0"/>
              </a:rPr>
              <a:t>Final version is more reliable, user-friendly, and suitable for real-world personal budgeting.</a:t>
            </a:r>
            <a:endParaRPr lang="en-IN" sz="12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75488" y="411480"/>
            <a:ext cx="7968996" cy="523220"/>
          </a:xfrm>
          <a:prstGeom prst="rect">
            <a:avLst/>
          </a:prstGeom>
          <a:noFill/>
        </p:spPr>
        <p:txBody>
          <a:bodyPr wrap="square">
            <a:spAutoFit/>
          </a:bodyPr>
          <a:lstStyle/>
          <a:p>
            <a:pPr rtl="0">
              <a:buNone/>
            </a:pPr>
            <a:r>
              <a:rPr lang="en-IN" sz="2800" b="1" i="1" dirty="0">
                <a:latin typeface="Times New Roman" panose="02020603050405020304" pitchFamily="18" charset="0"/>
                <a:cs typeface="Times New Roman" panose="02020603050405020304" pitchFamily="18" charset="0"/>
              </a:rPr>
              <a:t>GitHub Repository &amp; Collaboration</a:t>
            </a:r>
            <a:endParaRPr lang="en-IN" sz="2800" i="1" dirty="0">
              <a:latin typeface="Times New Roman" panose="02020603050405020304" pitchFamily="18" charset="0"/>
              <a:cs typeface="Times New Roman" panose="02020603050405020304" pitchFamily="18" charset="0"/>
            </a:endParaRPr>
          </a:p>
        </p:txBody>
      </p:sp>
      <p:sp>
        <p:nvSpPr>
          <p:cNvPr id="3" name="Repo card 3"/>
          <p:cNvSpPr/>
          <p:nvPr/>
        </p:nvSpPr>
        <p:spPr>
          <a:xfrm>
            <a:off x="566928" y="1051560"/>
            <a:ext cx="8010144" cy="1417320"/>
          </a:xfrm>
          <a:prstGeom prst="roundRect">
            <a:avLst>
              <a:gd name="adj" fmla="val 4500"/>
            </a:avLst>
          </a:prstGeom>
          <a:solidFill>
            <a:srgbClr val="E7E1F0"/>
          </a:solidFill>
          <a:ln w="12700">
            <a:solidFill>
              <a:srgbClr val="D3C9E3"/>
            </a:solidFill>
          </a:ln>
        </p:spPr>
      </p:sp>
      <p:sp>
        <p:nvSpPr>
          <p:cNvPr id="4" name="Icon circle 4"/>
          <p:cNvSpPr/>
          <p:nvPr/>
        </p:nvSpPr>
        <p:spPr>
          <a:xfrm>
            <a:off x="818388" y="1325880"/>
            <a:ext cx="868680" cy="868680"/>
          </a:xfrm>
          <a:prstGeom prst="ellipse">
            <a:avLst/>
          </a:prstGeom>
          <a:solidFill>
            <a:srgbClr val="8064A2"/>
          </a:solidFill>
          <a:ln>
            <a:noFill/>
          </a:ln>
        </p:spPr>
      </p:sp>
      <p:pic>
        <p:nvPicPr>
          <p:cNvPr id="5" name="Icon 5" descr="GitHub repository"/>
          <p:cNvPicPr>
            <a:picLocks noChangeAspect="1"/>
          </p:cNvPicPr>
          <p:nvPr/>
        </p:nvPicPr>
        <p:blipFill>
          <a:blip r:embed="rId2"/>
          <a:stretch>
            <a:fillRect/>
          </a:stretch>
        </p:blipFill>
        <p:spPr>
          <a:xfrm>
            <a:off x="1035558" y="1543050"/>
            <a:ext cx="434340" cy="434340"/>
          </a:xfrm>
          <a:prstGeom prst="rect">
            <a:avLst/>
          </a:prstGeom>
        </p:spPr>
      </p:pic>
      <p:sp>
        <p:nvSpPr>
          <p:cNvPr id="6" name="Repo text 6"/>
          <p:cNvSpPr txBox="1"/>
          <p:nvPr/>
        </p:nvSpPr>
        <p:spPr>
          <a:xfrm>
            <a:off x="1938528" y="1197864"/>
            <a:ext cx="6409944" cy="1143000"/>
          </a:xfrm>
          <a:prstGeom prst="rect">
            <a:avLst/>
          </a:prstGeom>
          <a:noFill/>
          <a:ln>
            <a:noFill/>
          </a:ln>
        </p:spPr>
        <p:txBody>
          <a:bodyPr wrap="square" lIns="91440" tIns="45720" rIns="91440" bIns="45720" rtlCol="0" anchor="t">
            <a:noAutofit/>
          </a:bodyPr>
          <a:lstStyle/>
          <a:p>
            <a:pPr marL="0" indent="0" algn="l" rtl="0">
              <a:spcBef>
                <a:spcPts val="0"/>
              </a:spcBef>
              <a:spcAft>
                <a:spcPts val="0"/>
              </a:spcAft>
              <a:buNone/>
            </a:pPr>
            <a:r>
              <a:rPr lang="en-IN" sz="1700" b="1" i="0" dirty="0">
                <a:solidFill>
                  <a:srgbClr val="5E4685"/>
                </a:solidFill>
                <a:latin typeface="Times New Roman" panose="02020603050405020304" pitchFamily="18" charset="0"/>
                <a:cs typeface="Times New Roman" panose="02020603050405020304" pitchFamily="18" charset="0"/>
              </a:rPr>
              <a:t>sinchantml25-cell / Python-Personal-Expense-Tracker</a:t>
            </a:r>
            <a:endParaRPr lang="en-IN" sz="1700" dirty="0">
              <a:latin typeface="Times New Roman" panose="02020603050405020304" pitchFamily="18" charset="0"/>
              <a:cs typeface="Times New Roman" panose="02020603050405020304" pitchFamily="18" charset="0"/>
            </a:endParaRPr>
          </a:p>
          <a:p>
            <a:pPr marL="0" indent="0" algn="l" rtl="0">
              <a:spcBef>
                <a:spcPts val="500"/>
              </a:spcBef>
              <a:spcAft>
                <a:spcPts val="0"/>
              </a:spcAft>
              <a:buNone/>
            </a:pPr>
            <a:r>
              <a:rPr lang="en-IN" sz="1350" b="0" u="sng" dirty="0">
                <a:solidFill>
                  <a:srgbClr val="1155CC"/>
                </a:solidFill>
                <a:latin typeface="Times New Roman" panose="02020603050405020304" pitchFamily="18" charset="0"/>
                <a:cs typeface="Times New Roman" panose="02020603050405020304" pitchFamily="18" charset="0"/>
                <a:hlinkClick r:id="rId3"/>
              </a:rPr>
              <a:t>https://github.com/sinchantml25-cell/Python-Personal-Expense-Tracker</a:t>
            </a:r>
            <a:endParaRPr lang="en-IN" sz="1350" dirty="0">
              <a:latin typeface="Times New Roman" panose="02020603050405020304" pitchFamily="18" charset="0"/>
              <a:cs typeface="Times New Roman" panose="02020603050405020304" pitchFamily="18" charset="0"/>
            </a:endParaRPr>
          </a:p>
          <a:p>
            <a:pPr marL="0" indent="0" algn="l" rtl="0">
              <a:spcBef>
                <a:spcPts val="700"/>
              </a:spcBef>
              <a:spcAft>
                <a:spcPts val="0"/>
              </a:spcAft>
              <a:buNone/>
            </a:pPr>
            <a:r>
              <a:rPr lang="en-IN" sz="1250" b="0" i="0" dirty="0">
                <a:solidFill>
                  <a:srgbClr val="555555"/>
                </a:solidFill>
                <a:latin typeface="Times New Roman" panose="02020603050405020304" pitchFamily="18" charset="0"/>
                <a:cs typeface="Times New Roman" panose="02020603050405020304" pitchFamily="18" charset="0"/>
              </a:rPr>
              <a:t>10 commits  ·  main branch  ·  Python</a:t>
            </a:r>
            <a:endParaRPr lang="en-IN" sz="1250" dirty="0">
              <a:latin typeface="Times New Roman" panose="02020603050405020304" pitchFamily="18" charset="0"/>
              <a:cs typeface="Times New Roman" panose="02020603050405020304" pitchFamily="18" charset="0"/>
            </a:endParaRPr>
          </a:p>
        </p:txBody>
      </p:sp>
      <p:sp>
        <p:nvSpPr>
          <p:cNvPr id="7" name="Collab card 7"/>
          <p:cNvSpPr/>
          <p:nvPr/>
        </p:nvSpPr>
        <p:spPr>
          <a:xfrm>
            <a:off x="566928" y="2670048"/>
            <a:ext cx="8010144" cy="868680"/>
          </a:xfrm>
          <a:prstGeom prst="roundRect">
            <a:avLst>
              <a:gd name="adj" fmla="val 6000"/>
            </a:avLst>
          </a:prstGeom>
          <a:solidFill>
            <a:srgbClr val="E1EAF5"/>
          </a:solidFill>
          <a:ln w="12700">
            <a:solidFill>
              <a:srgbClr val="C7D8EC"/>
            </a:solidFill>
          </a:ln>
        </p:spPr>
      </p:sp>
      <p:sp>
        <p:nvSpPr>
          <p:cNvPr id="8" name="Icon circle 8"/>
          <p:cNvSpPr/>
          <p:nvPr/>
        </p:nvSpPr>
        <p:spPr>
          <a:xfrm>
            <a:off x="859536" y="2775204"/>
            <a:ext cx="658368" cy="658368"/>
          </a:xfrm>
          <a:prstGeom prst="ellipse">
            <a:avLst/>
          </a:prstGeom>
          <a:solidFill>
            <a:srgbClr val="4F81BD"/>
          </a:solidFill>
          <a:ln>
            <a:noFill/>
          </a:ln>
        </p:spPr>
      </p:sp>
      <p:pic>
        <p:nvPicPr>
          <p:cNvPr id="9" name="Icon 9" descr="Collaboration"/>
          <p:cNvPicPr>
            <a:picLocks noChangeAspect="1"/>
          </p:cNvPicPr>
          <p:nvPr/>
        </p:nvPicPr>
        <p:blipFill>
          <a:blip r:embed="rId4"/>
          <a:stretch>
            <a:fillRect/>
          </a:stretch>
        </p:blipFill>
        <p:spPr>
          <a:xfrm>
            <a:off x="1030712" y="2946380"/>
            <a:ext cx="316017" cy="316017"/>
          </a:xfrm>
          <a:prstGeom prst="rect">
            <a:avLst/>
          </a:prstGeom>
        </p:spPr>
      </p:pic>
      <p:sp>
        <p:nvSpPr>
          <p:cNvPr id="10" name="Collab text 10"/>
          <p:cNvSpPr txBox="1"/>
          <p:nvPr/>
        </p:nvSpPr>
        <p:spPr>
          <a:xfrm>
            <a:off x="1755648" y="2670048"/>
            <a:ext cx="6638544" cy="868680"/>
          </a:xfrm>
          <a:prstGeom prst="rect">
            <a:avLst/>
          </a:prstGeom>
          <a:noFill/>
          <a:ln>
            <a:noFill/>
          </a:ln>
        </p:spPr>
        <p:txBody>
          <a:bodyPr wrap="square" lIns="45720" tIns="18288" rIns="91440" bIns="18288" rtlCol="0" anchor="ctr">
            <a:noAutofit/>
          </a:bodyPr>
          <a:lstStyle/>
          <a:p>
            <a:pPr marL="0" indent="0" algn="l" rtl="0">
              <a:spcBef>
                <a:spcPts val="0"/>
              </a:spcBef>
              <a:spcAft>
                <a:spcPts val="0"/>
              </a:spcAft>
              <a:buNone/>
            </a:pPr>
            <a:r>
              <a:rPr lang="en-IN" sz="1650" b="1" i="0" dirty="0">
                <a:solidFill>
                  <a:srgbClr val="2F5D96"/>
                </a:solidFill>
                <a:latin typeface="Times New Roman" panose="02020603050405020304" pitchFamily="18" charset="0"/>
                <a:cs typeface="Times New Roman" panose="02020603050405020304" pitchFamily="18" charset="0"/>
              </a:rPr>
              <a:t>Repository Collaboration</a:t>
            </a:r>
          </a:p>
          <a:p>
            <a:pPr>
              <a:spcBef>
                <a:spcPts val="300"/>
              </a:spcBef>
            </a:pPr>
            <a:r>
              <a:rPr lang="en-IN" sz="1200" dirty="0">
                <a:solidFill>
                  <a:srgbClr val="1A1A1A"/>
                </a:solidFill>
                <a:latin typeface="Times New Roman" panose="02020603050405020304" pitchFamily="18" charset="0"/>
                <a:cs typeface="Times New Roman" panose="02020603050405020304" pitchFamily="18" charset="0"/>
              </a:rPr>
              <a:t>Vanshika </a:t>
            </a:r>
            <a:r>
              <a:rPr lang="en-IN" sz="1200" dirty="0" err="1">
                <a:solidFill>
                  <a:srgbClr val="1A1A1A"/>
                </a:solidFill>
                <a:latin typeface="Times New Roman" panose="02020603050405020304" pitchFamily="18" charset="0"/>
                <a:cs typeface="Times New Roman" panose="02020603050405020304" pitchFamily="18" charset="0"/>
              </a:rPr>
              <a:t>kharwade</a:t>
            </a:r>
            <a:r>
              <a:rPr lang="en-IN" sz="1200" dirty="0">
                <a:solidFill>
                  <a:srgbClr val="1A1A1A"/>
                </a:solidFill>
                <a:latin typeface="Times New Roman" panose="02020603050405020304" pitchFamily="18" charset="0"/>
                <a:cs typeface="Times New Roman" panose="02020603050405020304" pitchFamily="18" charset="0"/>
              </a:rPr>
              <a:t> CM25054 </a:t>
            </a:r>
            <a:r>
              <a:rPr lang="en-IN" sz="1350" b="0" i="0" dirty="0">
                <a:solidFill>
                  <a:srgbClr val="1A1A1A"/>
                </a:solidFill>
                <a:latin typeface="Times New Roman" panose="02020603050405020304" pitchFamily="18" charset="0"/>
                <a:cs typeface="Times New Roman" panose="02020603050405020304" pitchFamily="18" charset="0"/>
              </a:rPr>
              <a:t>(Student) added as a repository collaborator for review and feedback.</a:t>
            </a:r>
            <a:endParaRPr lang="en-IN" sz="1350" dirty="0">
              <a:latin typeface="Times New Roman" panose="02020603050405020304" pitchFamily="18" charset="0"/>
              <a:cs typeface="Times New Roman" panose="02020603050405020304" pitchFamily="18" charset="0"/>
            </a:endParaRPr>
          </a:p>
        </p:txBody>
      </p:sp>
      <p:sp>
        <p:nvSpPr>
          <p:cNvPr id="11" name="Run heading 11"/>
          <p:cNvSpPr txBox="1"/>
          <p:nvPr/>
        </p:nvSpPr>
        <p:spPr>
          <a:xfrm>
            <a:off x="475488" y="3813048"/>
            <a:ext cx="5486400" cy="365760"/>
          </a:xfrm>
          <a:prstGeom prst="rect">
            <a:avLst/>
          </a:prstGeom>
          <a:noFill/>
          <a:ln>
            <a:noFill/>
          </a:ln>
        </p:spPr>
        <p:txBody>
          <a:bodyPr wrap="square" lIns="91440" tIns="45720" rIns="91440" bIns="45720" rtlCol="0" anchor="t">
            <a:noAutofit/>
          </a:bodyPr>
          <a:lstStyle/>
          <a:p>
            <a:pPr marL="0" indent="0" algn="l" rtl="0">
              <a:spcBef>
                <a:spcPts val="0"/>
              </a:spcBef>
              <a:spcAft>
                <a:spcPts val="0"/>
              </a:spcAft>
              <a:buNone/>
            </a:pPr>
            <a:r>
              <a:rPr lang="en-IN" sz="1800" b="1" i="1" dirty="0">
                <a:solidFill>
                  <a:srgbClr val="1A1A1A"/>
                </a:solidFill>
                <a:latin typeface="Times New Roman" panose="02020603050405020304" pitchFamily="18" charset="0"/>
                <a:cs typeface="Times New Roman" panose="02020603050405020304" pitchFamily="18" charset="0"/>
              </a:rPr>
              <a:t>Run the Project:</a:t>
            </a:r>
            <a:endParaRPr lang="en-IN" sz="1800" dirty="0">
              <a:latin typeface="Times New Roman" panose="02020603050405020304" pitchFamily="18" charset="0"/>
              <a:cs typeface="Times New Roman" panose="02020603050405020304" pitchFamily="18" charset="0"/>
            </a:endParaRPr>
          </a:p>
        </p:txBody>
      </p:sp>
      <p:sp>
        <p:nvSpPr>
          <p:cNvPr id="12" name="Flow node 12"/>
          <p:cNvSpPr/>
          <p:nvPr/>
        </p:nvSpPr>
        <p:spPr>
          <a:xfrm>
            <a:off x="566928" y="4251960"/>
            <a:ext cx="2286000" cy="1417320"/>
          </a:xfrm>
          <a:prstGeom prst="roundRect">
            <a:avLst>
              <a:gd name="adj" fmla="val 8000"/>
            </a:avLst>
          </a:prstGeom>
          <a:solidFill>
            <a:srgbClr val="4F81BD"/>
          </a:solidFill>
          <a:ln>
            <a:noFill/>
          </a:ln>
        </p:spPr>
      </p:sp>
      <p:pic>
        <p:nvPicPr>
          <p:cNvPr id="13" name="Icon 13" descr="Clone Repository icon"/>
          <p:cNvPicPr>
            <a:picLocks noChangeAspect="1"/>
          </p:cNvPicPr>
          <p:nvPr/>
        </p:nvPicPr>
        <p:blipFill>
          <a:blip r:embed="rId5"/>
          <a:stretch>
            <a:fillRect/>
          </a:stretch>
        </p:blipFill>
        <p:spPr>
          <a:xfrm>
            <a:off x="1453896" y="4398264"/>
            <a:ext cx="512064" cy="512064"/>
          </a:xfrm>
          <a:prstGeom prst="rect">
            <a:avLst/>
          </a:prstGeom>
        </p:spPr>
      </p:pic>
      <p:sp>
        <p:nvSpPr>
          <p:cNvPr id="14" name="Flow label 14"/>
          <p:cNvSpPr txBox="1"/>
          <p:nvPr/>
        </p:nvSpPr>
        <p:spPr>
          <a:xfrm>
            <a:off x="566928" y="4965192"/>
            <a:ext cx="2286000" cy="658368"/>
          </a:xfrm>
          <a:prstGeom prst="rect">
            <a:avLst/>
          </a:prstGeom>
          <a:noFill/>
          <a:ln>
            <a:noFill/>
          </a:ln>
        </p:spPr>
        <p:txBody>
          <a:bodyPr wrap="square" lIns="73152" tIns="18288" rIns="73152" bIns="18288" rtlCol="0" anchor="t">
            <a:noAutofit/>
          </a:bodyPr>
          <a:lstStyle/>
          <a:p>
            <a:pPr marL="0" indent="0" algn="ctr" rtl="0">
              <a:spcBef>
                <a:spcPts val="0"/>
              </a:spcBef>
              <a:spcAft>
                <a:spcPts val="0"/>
              </a:spcAft>
              <a:buNone/>
            </a:pPr>
            <a:r>
              <a:rPr lang="en-IN" sz="1550" b="1" i="0" dirty="0">
                <a:solidFill>
                  <a:srgbClr val="FFFFFF"/>
                </a:solidFill>
                <a:latin typeface="Times New Roman" panose="02020603050405020304" pitchFamily="18" charset="0"/>
                <a:cs typeface="Times New Roman" panose="02020603050405020304" pitchFamily="18" charset="0"/>
              </a:rPr>
              <a:t>Clone Repository</a:t>
            </a:r>
            <a:endParaRPr lang="en-IN" sz="1550" dirty="0">
              <a:latin typeface="Times New Roman" panose="02020603050405020304" pitchFamily="18" charset="0"/>
              <a:cs typeface="Times New Roman" panose="02020603050405020304" pitchFamily="18" charset="0"/>
            </a:endParaRPr>
          </a:p>
          <a:p>
            <a:pPr marL="0" indent="0" algn="ctr" rtl="0">
              <a:spcBef>
                <a:spcPts val="200"/>
              </a:spcBef>
              <a:spcAft>
                <a:spcPts val="0"/>
              </a:spcAft>
              <a:buNone/>
            </a:pPr>
            <a:r>
              <a:rPr lang="en-IN" sz="1150" b="0" i="0" dirty="0">
                <a:solidFill>
                  <a:srgbClr val="FFFFFF"/>
                </a:solidFill>
                <a:latin typeface="Courier New" panose="02070309020205020404" pitchFamily="49" charset="0"/>
                <a:cs typeface="Courier New" panose="02070309020205020404" pitchFamily="49" charset="0"/>
              </a:rPr>
              <a:t>git clone (repo)</a:t>
            </a:r>
            <a:endParaRPr lang="en-IN" sz="1150" dirty="0">
              <a:latin typeface="Times New Roman" panose="02020603050405020304" pitchFamily="18" charset="0"/>
              <a:cs typeface="Times New Roman" panose="02020603050405020304" pitchFamily="18" charset="0"/>
            </a:endParaRPr>
          </a:p>
        </p:txBody>
      </p:sp>
      <p:sp>
        <p:nvSpPr>
          <p:cNvPr id="15" name="Flow arrow 15"/>
          <p:cNvSpPr/>
          <p:nvPr/>
        </p:nvSpPr>
        <p:spPr>
          <a:xfrm>
            <a:off x="2935224" y="4777740"/>
            <a:ext cx="411480" cy="365760"/>
          </a:xfrm>
          <a:prstGeom prst="rightArrow">
            <a:avLst/>
          </a:prstGeom>
          <a:solidFill>
            <a:srgbClr val="8BACAD"/>
          </a:solidFill>
          <a:ln>
            <a:noFill/>
          </a:ln>
        </p:spPr>
      </p:sp>
      <p:sp>
        <p:nvSpPr>
          <p:cNvPr id="16" name="Flow node 16"/>
          <p:cNvSpPr/>
          <p:nvPr/>
        </p:nvSpPr>
        <p:spPr>
          <a:xfrm>
            <a:off x="3429000" y="4251960"/>
            <a:ext cx="2286000" cy="1417320"/>
          </a:xfrm>
          <a:prstGeom prst="roundRect">
            <a:avLst>
              <a:gd name="adj" fmla="val 8000"/>
            </a:avLst>
          </a:prstGeom>
          <a:solidFill>
            <a:srgbClr val="31859C"/>
          </a:solidFill>
          <a:ln>
            <a:noFill/>
          </a:ln>
        </p:spPr>
      </p:sp>
      <p:pic>
        <p:nvPicPr>
          <p:cNvPr id="17" name="Icon 17" descr="No Installs Needed icon"/>
          <p:cNvPicPr>
            <a:picLocks noChangeAspect="1"/>
          </p:cNvPicPr>
          <p:nvPr/>
        </p:nvPicPr>
        <p:blipFill>
          <a:blip r:embed="rId6"/>
          <a:stretch>
            <a:fillRect/>
          </a:stretch>
        </p:blipFill>
        <p:spPr>
          <a:xfrm>
            <a:off x="4315968" y="4398264"/>
            <a:ext cx="512064" cy="512064"/>
          </a:xfrm>
          <a:prstGeom prst="rect">
            <a:avLst/>
          </a:prstGeom>
        </p:spPr>
      </p:pic>
      <p:sp>
        <p:nvSpPr>
          <p:cNvPr id="18" name="Flow label 18"/>
          <p:cNvSpPr txBox="1"/>
          <p:nvPr/>
        </p:nvSpPr>
        <p:spPr>
          <a:xfrm>
            <a:off x="3429000" y="4965192"/>
            <a:ext cx="2286000" cy="658368"/>
          </a:xfrm>
          <a:prstGeom prst="rect">
            <a:avLst/>
          </a:prstGeom>
          <a:noFill/>
          <a:ln>
            <a:noFill/>
          </a:ln>
        </p:spPr>
        <p:txBody>
          <a:bodyPr wrap="square" lIns="73152" tIns="18288" rIns="73152" bIns="18288" rtlCol="0" anchor="t">
            <a:noAutofit/>
          </a:bodyPr>
          <a:lstStyle/>
          <a:p>
            <a:pPr marL="0" indent="0" algn="ctr" rtl="0">
              <a:spcBef>
                <a:spcPts val="0"/>
              </a:spcBef>
              <a:spcAft>
                <a:spcPts val="0"/>
              </a:spcAft>
              <a:buNone/>
            </a:pPr>
            <a:r>
              <a:rPr lang="en-IN" sz="1550" b="1" i="0" dirty="0">
                <a:solidFill>
                  <a:srgbClr val="FFFFFF"/>
                </a:solidFill>
                <a:latin typeface="Times New Roman" panose="02020603050405020304" pitchFamily="18" charset="0"/>
                <a:cs typeface="Times New Roman" panose="02020603050405020304" pitchFamily="18" charset="0"/>
              </a:rPr>
              <a:t>No Installs Needed</a:t>
            </a:r>
            <a:endParaRPr lang="en-IN" sz="1550" dirty="0">
              <a:latin typeface="Times New Roman" panose="02020603050405020304" pitchFamily="18" charset="0"/>
              <a:cs typeface="Times New Roman" panose="02020603050405020304" pitchFamily="18" charset="0"/>
            </a:endParaRPr>
          </a:p>
          <a:p>
            <a:pPr marL="0" indent="0" algn="ctr" rtl="0">
              <a:spcBef>
                <a:spcPts val="200"/>
              </a:spcBef>
              <a:spcAft>
                <a:spcPts val="0"/>
              </a:spcAft>
              <a:buNone/>
            </a:pPr>
            <a:r>
              <a:rPr lang="en-IN" sz="1150" b="0" i="0" dirty="0">
                <a:solidFill>
                  <a:srgbClr val="FFFFFF"/>
                </a:solidFill>
                <a:latin typeface="Times New Roman" panose="02020603050405020304" pitchFamily="18" charset="0"/>
                <a:cs typeface="Times New Roman" panose="02020603050405020304" pitchFamily="18" charset="0"/>
              </a:rPr>
              <a:t>csv, os, datetime — built-in</a:t>
            </a:r>
            <a:endParaRPr lang="en-IN" sz="1150" dirty="0">
              <a:latin typeface="Times New Roman" panose="02020603050405020304" pitchFamily="18" charset="0"/>
              <a:cs typeface="Times New Roman" panose="02020603050405020304" pitchFamily="18" charset="0"/>
            </a:endParaRPr>
          </a:p>
        </p:txBody>
      </p:sp>
      <p:sp>
        <p:nvSpPr>
          <p:cNvPr id="19" name="Flow arrow 19"/>
          <p:cNvSpPr/>
          <p:nvPr/>
        </p:nvSpPr>
        <p:spPr>
          <a:xfrm>
            <a:off x="5797296" y="4777740"/>
            <a:ext cx="411480" cy="365760"/>
          </a:xfrm>
          <a:prstGeom prst="rightArrow">
            <a:avLst/>
          </a:prstGeom>
          <a:solidFill>
            <a:srgbClr val="8BACAD"/>
          </a:solidFill>
          <a:ln>
            <a:noFill/>
          </a:ln>
        </p:spPr>
      </p:sp>
      <p:sp>
        <p:nvSpPr>
          <p:cNvPr id="20" name="Flow node 20"/>
          <p:cNvSpPr/>
          <p:nvPr/>
        </p:nvSpPr>
        <p:spPr>
          <a:xfrm>
            <a:off x="6291072" y="4251960"/>
            <a:ext cx="2286000" cy="1417320"/>
          </a:xfrm>
          <a:prstGeom prst="roundRect">
            <a:avLst>
              <a:gd name="adj" fmla="val 8000"/>
            </a:avLst>
          </a:prstGeom>
          <a:solidFill>
            <a:srgbClr val="8064A2"/>
          </a:solidFill>
          <a:ln>
            <a:noFill/>
          </a:ln>
        </p:spPr>
      </p:sp>
      <p:pic>
        <p:nvPicPr>
          <p:cNvPr id="21" name="Icon 21" descr="Run the Program icon"/>
          <p:cNvPicPr>
            <a:picLocks noChangeAspect="1"/>
          </p:cNvPicPr>
          <p:nvPr/>
        </p:nvPicPr>
        <p:blipFill>
          <a:blip r:embed="rId7"/>
          <a:stretch>
            <a:fillRect/>
          </a:stretch>
        </p:blipFill>
        <p:spPr>
          <a:xfrm>
            <a:off x="7178040" y="4398264"/>
            <a:ext cx="512064" cy="512064"/>
          </a:xfrm>
          <a:prstGeom prst="rect">
            <a:avLst/>
          </a:prstGeom>
        </p:spPr>
      </p:pic>
      <p:sp>
        <p:nvSpPr>
          <p:cNvPr id="22" name="Flow label 22"/>
          <p:cNvSpPr txBox="1"/>
          <p:nvPr/>
        </p:nvSpPr>
        <p:spPr>
          <a:xfrm>
            <a:off x="6291072" y="4965192"/>
            <a:ext cx="2286000" cy="658368"/>
          </a:xfrm>
          <a:prstGeom prst="rect">
            <a:avLst/>
          </a:prstGeom>
          <a:noFill/>
          <a:ln>
            <a:noFill/>
          </a:ln>
        </p:spPr>
        <p:txBody>
          <a:bodyPr wrap="square" lIns="73152" tIns="18288" rIns="73152" bIns="18288" rtlCol="0" anchor="t">
            <a:noAutofit/>
          </a:bodyPr>
          <a:lstStyle/>
          <a:p>
            <a:pPr marL="0" indent="0" algn="ctr" rtl="0">
              <a:spcBef>
                <a:spcPts val="0"/>
              </a:spcBef>
              <a:spcAft>
                <a:spcPts val="0"/>
              </a:spcAft>
              <a:buNone/>
            </a:pPr>
            <a:r>
              <a:rPr lang="en-IN" sz="1550" b="1" i="0" dirty="0">
                <a:solidFill>
                  <a:srgbClr val="FFFFFF"/>
                </a:solidFill>
                <a:latin typeface="Times New Roman" panose="02020603050405020304" pitchFamily="18" charset="0"/>
                <a:cs typeface="Times New Roman" panose="02020603050405020304" pitchFamily="18" charset="0"/>
              </a:rPr>
              <a:t>Run the Program</a:t>
            </a:r>
            <a:endParaRPr lang="en-IN" sz="1550" dirty="0">
              <a:latin typeface="Times New Roman" panose="02020603050405020304" pitchFamily="18" charset="0"/>
              <a:cs typeface="Times New Roman" panose="02020603050405020304" pitchFamily="18" charset="0"/>
            </a:endParaRPr>
          </a:p>
          <a:p>
            <a:pPr marL="0" indent="0" algn="ctr" rtl="0">
              <a:spcBef>
                <a:spcPts val="200"/>
              </a:spcBef>
              <a:spcAft>
                <a:spcPts val="0"/>
              </a:spcAft>
              <a:buNone/>
            </a:pPr>
            <a:r>
              <a:rPr lang="en-IN" sz="1150" b="0" i="0" dirty="0">
                <a:solidFill>
                  <a:srgbClr val="FFFFFF"/>
                </a:solidFill>
                <a:latin typeface="Courier New" panose="02070309020205020404" pitchFamily="49" charset="0"/>
                <a:cs typeface="Courier New" panose="02070309020205020404" pitchFamily="49" charset="0"/>
              </a:rPr>
              <a:t>python main.py</a:t>
            </a:r>
            <a:endParaRPr lang="en-IN" sz="1150" dirty="0">
              <a:latin typeface="Times New Roman" panose="02020603050405020304" pitchFamily="18" charset="0"/>
              <a:cs typeface="Times New Roman" panose="02020603050405020304" pitchFamily="18" charset="0"/>
            </a:endParaRPr>
          </a:p>
        </p:txBody>
      </p:sp>
      <p:sp>
        <p:nvSpPr>
          <p:cNvPr id="23" name="Tip note 23"/>
          <p:cNvSpPr/>
          <p:nvPr/>
        </p:nvSpPr>
        <p:spPr>
          <a:xfrm>
            <a:off x="566928" y="5907024"/>
            <a:ext cx="8010144" cy="566928"/>
          </a:xfrm>
          <a:prstGeom prst="roundRect">
            <a:avLst>
              <a:gd name="adj" fmla="val 14000"/>
            </a:avLst>
          </a:prstGeom>
          <a:solidFill>
            <a:srgbClr val="F3F7F7"/>
          </a:solidFill>
          <a:ln w="12700">
            <a:solidFill>
              <a:srgbClr val="8BACAD"/>
            </a:solidFill>
          </a:ln>
        </p:spPr>
        <p:txBody>
          <a:bodyPr wrap="square" lIns="228600" tIns="36576" rIns="228600" bIns="36576" rtlCol="0" anchor="ctr">
            <a:noAutofit/>
          </a:bodyPr>
          <a:lstStyle/>
          <a:p>
            <a:pPr marL="0" indent="0" algn="ctr" rtl="0">
              <a:spcBef>
                <a:spcPts val="0"/>
              </a:spcBef>
              <a:spcAft>
                <a:spcPts val="0"/>
              </a:spcAft>
              <a:buNone/>
            </a:pPr>
            <a:r>
              <a:rPr lang="en-IN" sz="1350" b="1" i="1" dirty="0">
                <a:solidFill>
                  <a:srgbClr val="3E5C5D"/>
                </a:solidFill>
                <a:latin typeface="Times New Roman" panose="02020603050405020304" pitchFamily="18" charset="0"/>
                <a:cs typeface="Times New Roman" panose="02020603050405020304" pitchFamily="18" charset="0"/>
              </a:rPr>
              <a:t>Tip: </a:t>
            </a:r>
            <a:r>
              <a:rPr lang="en-IN" sz="1350" b="0" i="1" dirty="0">
                <a:solidFill>
                  <a:srgbClr val="3E5C5D"/>
                </a:solidFill>
                <a:latin typeface="Times New Roman" panose="02020603050405020304" pitchFamily="18" charset="0"/>
                <a:cs typeface="Times New Roman" panose="02020603050405020304" pitchFamily="18" charset="0"/>
              </a:rPr>
              <a:t>open the repo on GitHub → Code → Codespaces → Create codespace, to run it instantly in the browser.</a:t>
            </a:r>
            <a:endParaRPr lang="en-IN" sz="13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3"/>
          <p:cNvSpPr/>
          <p:nvPr/>
        </p:nvSpPr>
        <p:spPr>
          <a:xfrm>
            <a:off x="703384" y="2895480"/>
            <a:ext cx="7626462" cy="131652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4800" dirty="0">
                <a:solidFill>
                  <a:srgbClr val="0000FF"/>
                </a:solidFill>
                <a:latin typeface="Arial"/>
                <a:ea typeface="Arial"/>
                <a:cs typeface="Arial"/>
                <a:sym typeface="Arial"/>
              </a:rPr>
              <a:t> </a:t>
            </a:r>
            <a:endParaRPr sz="1800" dirty="0">
              <a:solidFill>
                <a:schemeClr val="dk1"/>
              </a:solidFill>
              <a:latin typeface="Calibri"/>
              <a:ea typeface="Calibri"/>
              <a:cs typeface="Calibri"/>
              <a:sym typeface="Calibri"/>
            </a:endParaRPr>
          </a:p>
        </p:txBody>
      </p:sp>
      <p:sp>
        <p:nvSpPr>
          <p:cNvPr id="78" name="Google Shape;78;p3"/>
          <p:cNvSpPr txBox="1"/>
          <p:nvPr/>
        </p:nvSpPr>
        <p:spPr>
          <a:xfrm>
            <a:off x="410400" y="6172200"/>
            <a:ext cx="6681877" cy="6854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800" dirty="0">
                <a:solidFill>
                  <a:srgbClr val="8B8B8B"/>
                </a:solidFill>
                <a:latin typeface="Cambria"/>
                <a:ea typeface="Cambria"/>
                <a:cs typeface="Cambria"/>
                <a:sym typeface="Cambria"/>
              </a:rPr>
              <a:t>S. B. Jain Institute of Technology Management and research</a:t>
            </a:r>
            <a:endParaRPr sz="1800"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D6422D0E-0135-EA59-A682-63BDB5C97DA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946563" y="556490"/>
            <a:ext cx="4934527" cy="4934527"/>
          </a:xfrm>
          <a:prstGeom prst="rect">
            <a:avLst/>
          </a:prstGeom>
        </p:spPr>
      </p:pic>
      <p:sp>
        <p:nvSpPr>
          <p:cNvPr id="4" name="TextBox 3">
            <a:extLst>
              <a:ext uri="{FF2B5EF4-FFF2-40B4-BE49-F238E27FC236}">
                <a16:creationId xmlns:a16="http://schemas.microsoft.com/office/drawing/2014/main" id="{D5513E9A-47D3-75C2-3B9F-3C0DD26D0C37}"/>
              </a:ext>
            </a:extLst>
          </p:cNvPr>
          <p:cNvSpPr txBox="1"/>
          <p:nvPr/>
        </p:nvSpPr>
        <p:spPr>
          <a:xfrm>
            <a:off x="1946563" y="5717166"/>
            <a:ext cx="4934527" cy="230832"/>
          </a:xfrm>
          <a:prstGeom prst="rect">
            <a:avLst/>
          </a:prstGeom>
          <a:noFill/>
        </p:spPr>
        <p:txBody>
          <a:bodyPr wrap="square" rtlCol="0">
            <a:spAutoFit/>
          </a:bodyPr>
          <a:lstStyle/>
          <a:p>
            <a:r>
              <a:rPr lang="en-IN" sz="900">
                <a:hlinkClick r:id="rId4" tooltip="https://freepngimg.com/png/77741-heart-thank-youtube-watercolor-you-painting"/>
              </a:rPr>
              <a:t>This Photo</a:t>
            </a:r>
            <a:r>
              <a:rPr lang="en-IN" sz="900"/>
              <a:t> by Unknown Author is licensed under </a:t>
            </a:r>
            <a:r>
              <a:rPr lang="en-IN" sz="900">
                <a:hlinkClick r:id="rId5" tooltip="https://creativecommons.org/licenses/by-nc/3.0/"/>
              </a:rPr>
              <a:t>CC BY-NC</a:t>
            </a:r>
            <a:endParaRPr lang="en-IN" sz="9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1459</Words>
  <Application>Microsoft Office PowerPoint</Application>
  <PresentationFormat>On-screen Show (4:3)</PresentationFormat>
  <Paragraphs>187</Paragraphs>
  <Slides>16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Cambria</vt:lpstr>
      <vt:lpstr>Courier New</vt:lpstr>
      <vt:lpstr>Segoe UI Symbol</vt:lpstr>
      <vt:lpstr>Times New Roman</vt:lpstr>
      <vt:lpstr>Office Theme</vt:lpstr>
      <vt:lpstr>Experiential Learning Project Assessment-I on “Personal Expense Tracker” under the course Python Programming Language (N-PCCCM304P) </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MRS. MAYURI GETME</dc:creator>
  <cp:lastModifiedBy>Sinchan Tambe</cp:lastModifiedBy>
  <cp:revision>7</cp:revision>
  <dcterms:created xsi:type="dcterms:W3CDTF">2021-03-08T15:20:31Z</dcterms:created>
  <dcterms:modified xsi:type="dcterms:W3CDTF">2026-10-12T13:19:02Z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2017-11-07T00:00:00Z</vt:filetime>
  </property>
  <property fmtid="{D5CDD505-2E9C-101B-9397-08002B2CF9AE}" pid="3" name="Creator">
    <vt:lpwstr>Impress</vt:lpwstr>
  </property>
  <property fmtid="{D5CDD505-2E9C-101B-9397-08002B2CF9AE}" pid="4" name="LastSaved">
    <vt:filetime>2021-03-08T00:00:00Z</vt:filetime>
  </property>
</Properties>
</file>